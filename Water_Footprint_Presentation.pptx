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8F959-571F-46A3-A5AD-935A88826D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EDC2C4F4-3B0C-4E5B-BA54-1658453B4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Motivation: rising water scarcity, depletion, and pollution; need consumer transparency.</a:t>
          </a:r>
        </a:p>
      </dgm:t>
    </dgm:pt>
    <dgm:pt modelId="{A1B3C94D-3D01-4730-9EEA-DA015D775493}" type="parTrans" cxnId="{CF61FDB9-4769-4E36-B044-737380FD3B8F}">
      <dgm:prSet/>
      <dgm:spPr/>
      <dgm:t>
        <a:bodyPr/>
        <a:lstStyle/>
        <a:p>
          <a:endParaRPr lang="en-US"/>
        </a:p>
      </dgm:t>
    </dgm:pt>
    <dgm:pt modelId="{2D8CE2EF-0E1E-4F3A-8AC4-10D15377E4B8}" type="sibTrans" cxnId="{CF61FDB9-4769-4E36-B044-737380FD3B8F}">
      <dgm:prSet/>
      <dgm:spPr/>
      <dgm:t>
        <a:bodyPr/>
        <a:lstStyle/>
        <a:p>
          <a:endParaRPr lang="en-US"/>
        </a:p>
      </dgm:t>
    </dgm:pt>
    <dgm:pt modelId="{3AB39228-73BE-469C-949E-92A1E01445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Solution: software-only React web app computing blue/green/grey footprints and an optional scarcity-weighted indicator.</a:t>
          </a:r>
        </a:p>
      </dgm:t>
    </dgm:pt>
    <dgm:pt modelId="{F910BC62-62AD-40E7-A789-0076A5329E10}" type="parTrans" cxnId="{0B4AA8F3-6D3F-4DE9-BF3C-98B0859671BC}">
      <dgm:prSet/>
      <dgm:spPr/>
      <dgm:t>
        <a:bodyPr/>
        <a:lstStyle/>
        <a:p>
          <a:endParaRPr lang="en-US"/>
        </a:p>
      </dgm:t>
    </dgm:pt>
    <dgm:pt modelId="{6556F3EA-8AF0-4BEC-B764-D4D7241104ED}" type="sibTrans" cxnId="{0B4AA8F3-6D3F-4DE9-BF3C-98B0859671BC}">
      <dgm:prSet/>
      <dgm:spPr/>
      <dgm:t>
        <a:bodyPr/>
        <a:lstStyle/>
        <a:p>
          <a:endParaRPr lang="en-US"/>
        </a:p>
      </dgm:t>
    </dgm:pt>
    <dgm:pt modelId="{07F03980-BE38-4EFA-8A76-D4BE300197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Stack: React + TypeScript frontend; Node/NestJS calculation API; PostgreSQL storage; Redis caching; optional FastAPI CV service.</a:t>
          </a:r>
        </a:p>
      </dgm:t>
    </dgm:pt>
    <dgm:pt modelId="{0BF880FF-B639-4E30-9711-51A6B319D271}" type="parTrans" cxnId="{BD1B069A-1351-4515-AFFA-021011DFA394}">
      <dgm:prSet/>
      <dgm:spPr/>
      <dgm:t>
        <a:bodyPr/>
        <a:lstStyle/>
        <a:p>
          <a:endParaRPr lang="en-US"/>
        </a:p>
      </dgm:t>
    </dgm:pt>
    <dgm:pt modelId="{D44F6A8B-58AB-4130-82B9-2CD0BFD94559}" type="sibTrans" cxnId="{BD1B069A-1351-4515-AFFA-021011DFA394}">
      <dgm:prSet/>
      <dgm:spPr/>
      <dgm:t>
        <a:bodyPr/>
        <a:lstStyle/>
        <a:p>
          <a:endParaRPr lang="en-US"/>
        </a:p>
      </dgm:t>
    </dgm:pt>
    <dgm:pt modelId="{96BBE59F-FDD6-4A7D-AD33-71191801A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Features: search and barcode/image scan (device camera only), regional factors, multi-language UI, explainability and alternatives.</a:t>
          </a:r>
        </a:p>
      </dgm:t>
    </dgm:pt>
    <dgm:pt modelId="{FC562908-D98F-4F10-AF4C-D43F09AB3AB9}" type="parTrans" cxnId="{49B7C39F-F1F6-436A-AAE3-011C1EC46D9C}">
      <dgm:prSet/>
      <dgm:spPr/>
      <dgm:t>
        <a:bodyPr/>
        <a:lstStyle/>
        <a:p>
          <a:endParaRPr lang="en-US"/>
        </a:p>
      </dgm:t>
    </dgm:pt>
    <dgm:pt modelId="{FD022516-BA73-47A7-99E5-9427CE808DFB}" type="sibTrans" cxnId="{49B7C39F-F1F6-436A-AAE3-011C1EC46D9C}">
      <dgm:prSet/>
      <dgm:spPr/>
      <dgm:t>
        <a:bodyPr/>
        <a:lstStyle/>
        <a:p>
          <a:endParaRPr lang="en-US"/>
        </a:p>
      </dgm:t>
    </dgm:pt>
    <dgm:pt modelId="{9D78B90A-55E0-4C51-A575-057E7988ED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Outcome: credible, fast, transparent results to drive everyday behavior change.</a:t>
          </a:r>
        </a:p>
      </dgm:t>
    </dgm:pt>
    <dgm:pt modelId="{24C96B59-9096-488E-993F-7478457F466C}" type="parTrans" cxnId="{6A139AB5-78D7-47C7-9DAF-EC9CC680A8A2}">
      <dgm:prSet/>
      <dgm:spPr/>
      <dgm:t>
        <a:bodyPr/>
        <a:lstStyle/>
        <a:p>
          <a:endParaRPr lang="en-US"/>
        </a:p>
      </dgm:t>
    </dgm:pt>
    <dgm:pt modelId="{F344E846-91FB-429A-BCFA-AD8F75177070}" type="sibTrans" cxnId="{6A139AB5-78D7-47C7-9DAF-EC9CC680A8A2}">
      <dgm:prSet/>
      <dgm:spPr/>
      <dgm:t>
        <a:bodyPr/>
        <a:lstStyle/>
        <a:p>
          <a:endParaRPr lang="en-US"/>
        </a:p>
      </dgm:t>
    </dgm:pt>
    <dgm:pt modelId="{79A9E177-9291-4988-B09B-16B968E302B0}" type="pres">
      <dgm:prSet presAssocID="{0E18F959-571F-46A3-A5AD-935A88826D08}" presName="root" presStyleCnt="0">
        <dgm:presLayoutVars>
          <dgm:dir/>
          <dgm:resizeHandles val="exact"/>
        </dgm:presLayoutVars>
      </dgm:prSet>
      <dgm:spPr/>
    </dgm:pt>
    <dgm:pt modelId="{D075E328-CF11-40D9-97FD-9C185FE7315B}" type="pres">
      <dgm:prSet presAssocID="{EDC2C4F4-3B0C-4E5B-BA54-1658453B4757}" presName="compNode" presStyleCnt="0"/>
      <dgm:spPr/>
    </dgm:pt>
    <dgm:pt modelId="{146B5C4B-9F77-4FA0-9371-97209B1B1511}" type="pres">
      <dgm:prSet presAssocID="{EDC2C4F4-3B0C-4E5B-BA54-1658453B4757}" presName="bgRect" presStyleLbl="bgShp" presStyleIdx="0" presStyleCnt="5"/>
      <dgm:spPr/>
    </dgm:pt>
    <dgm:pt modelId="{95BE4014-C4B3-4178-B170-7786F788135B}" type="pres">
      <dgm:prSet presAssocID="{EDC2C4F4-3B0C-4E5B-BA54-1658453B475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A32847BB-73BA-4EAA-BE2C-FE2B6DFF9C3F}" type="pres">
      <dgm:prSet presAssocID="{EDC2C4F4-3B0C-4E5B-BA54-1658453B4757}" presName="spaceRect" presStyleCnt="0"/>
      <dgm:spPr/>
    </dgm:pt>
    <dgm:pt modelId="{836354AA-4501-49AA-8CDB-0A9A4F440F13}" type="pres">
      <dgm:prSet presAssocID="{EDC2C4F4-3B0C-4E5B-BA54-1658453B4757}" presName="parTx" presStyleLbl="revTx" presStyleIdx="0" presStyleCnt="5">
        <dgm:presLayoutVars>
          <dgm:chMax val="0"/>
          <dgm:chPref val="0"/>
        </dgm:presLayoutVars>
      </dgm:prSet>
      <dgm:spPr/>
    </dgm:pt>
    <dgm:pt modelId="{7B0B489E-24D9-478E-95AF-B9D554BDE861}" type="pres">
      <dgm:prSet presAssocID="{2D8CE2EF-0E1E-4F3A-8AC4-10D15377E4B8}" presName="sibTrans" presStyleCnt="0"/>
      <dgm:spPr/>
    </dgm:pt>
    <dgm:pt modelId="{CB627656-2FF5-499A-A08B-37A7FA7EEA6B}" type="pres">
      <dgm:prSet presAssocID="{3AB39228-73BE-469C-949E-92A1E01445D3}" presName="compNode" presStyleCnt="0"/>
      <dgm:spPr/>
    </dgm:pt>
    <dgm:pt modelId="{83244CE4-A1E0-45B7-AE27-016078AB97AA}" type="pres">
      <dgm:prSet presAssocID="{3AB39228-73BE-469C-949E-92A1E01445D3}" presName="bgRect" presStyleLbl="bgShp" presStyleIdx="1" presStyleCnt="5"/>
      <dgm:spPr/>
    </dgm:pt>
    <dgm:pt modelId="{0EF12061-D06F-4B6D-8264-0A33601ABFDD}" type="pres">
      <dgm:prSet presAssocID="{3AB39228-73BE-469C-949E-92A1E01445D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"/>
        </a:ext>
      </dgm:extLst>
    </dgm:pt>
    <dgm:pt modelId="{734743FA-ECAD-40F6-B4FF-95DF81CE1779}" type="pres">
      <dgm:prSet presAssocID="{3AB39228-73BE-469C-949E-92A1E01445D3}" presName="spaceRect" presStyleCnt="0"/>
      <dgm:spPr/>
    </dgm:pt>
    <dgm:pt modelId="{093D86DE-F5F3-4E9F-9B49-177B13A897D4}" type="pres">
      <dgm:prSet presAssocID="{3AB39228-73BE-469C-949E-92A1E01445D3}" presName="parTx" presStyleLbl="revTx" presStyleIdx="1" presStyleCnt="5">
        <dgm:presLayoutVars>
          <dgm:chMax val="0"/>
          <dgm:chPref val="0"/>
        </dgm:presLayoutVars>
      </dgm:prSet>
      <dgm:spPr/>
    </dgm:pt>
    <dgm:pt modelId="{7DF2ECE7-558D-485A-98FC-C963D0CDD45B}" type="pres">
      <dgm:prSet presAssocID="{6556F3EA-8AF0-4BEC-B764-D4D7241104ED}" presName="sibTrans" presStyleCnt="0"/>
      <dgm:spPr/>
    </dgm:pt>
    <dgm:pt modelId="{404D7A19-219C-42BE-AAF1-7B26BAB5D475}" type="pres">
      <dgm:prSet presAssocID="{07F03980-BE38-4EFA-8A76-D4BE300197E5}" presName="compNode" presStyleCnt="0"/>
      <dgm:spPr/>
    </dgm:pt>
    <dgm:pt modelId="{1D033183-2F71-46CA-B956-48A0B17113CF}" type="pres">
      <dgm:prSet presAssocID="{07F03980-BE38-4EFA-8A76-D4BE300197E5}" presName="bgRect" presStyleLbl="bgShp" presStyleIdx="2" presStyleCnt="5"/>
      <dgm:spPr/>
    </dgm:pt>
    <dgm:pt modelId="{1C0430A5-1B2C-48F4-AF80-8FA27C476F13}" type="pres">
      <dgm:prSet presAssocID="{07F03980-BE38-4EFA-8A76-D4BE300197E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C54756-083F-445B-B096-B3F50A5E905B}" type="pres">
      <dgm:prSet presAssocID="{07F03980-BE38-4EFA-8A76-D4BE300197E5}" presName="spaceRect" presStyleCnt="0"/>
      <dgm:spPr/>
    </dgm:pt>
    <dgm:pt modelId="{B3825219-2FD4-438A-BB21-DE3F194CCBE3}" type="pres">
      <dgm:prSet presAssocID="{07F03980-BE38-4EFA-8A76-D4BE300197E5}" presName="parTx" presStyleLbl="revTx" presStyleIdx="2" presStyleCnt="5">
        <dgm:presLayoutVars>
          <dgm:chMax val="0"/>
          <dgm:chPref val="0"/>
        </dgm:presLayoutVars>
      </dgm:prSet>
      <dgm:spPr/>
    </dgm:pt>
    <dgm:pt modelId="{6FCD09BF-7BD2-4AE4-9180-F4CB7FEBD2B8}" type="pres">
      <dgm:prSet presAssocID="{D44F6A8B-58AB-4130-82B9-2CD0BFD94559}" presName="sibTrans" presStyleCnt="0"/>
      <dgm:spPr/>
    </dgm:pt>
    <dgm:pt modelId="{E18E4150-01BF-40C1-9775-69E7FD54E51F}" type="pres">
      <dgm:prSet presAssocID="{96BBE59F-FDD6-4A7D-AD33-71191801A982}" presName="compNode" presStyleCnt="0"/>
      <dgm:spPr/>
    </dgm:pt>
    <dgm:pt modelId="{814B5435-A532-463E-85D4-C1173702C4FD}" type="pres">
      <dgm:prSet presAssocID="{96BBE59F-FDD6-4A7D-AD33-71191801A982}" presName="bgRect" presStyleLbl="bgShp" presStyleIdx="3" presStyleCnt="5"/>
      <dgm:spPr/>
    </dgm:pt>
    <dgm:pt modelId="{22B0B1F3-2F6D-4C52-88A7-910BD8ADA94F}" type="pres">
      <dgm:prSet presAssocID="{96BBE59F-FDD6-4A7D-AD33-71191801A9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4F33ADE7-DDE2-4714-91D4-7120DBC45E5F}" type="pres">
      <dgm:prSet presAssocID="{96BBE59F-FDD6-4A7D-AD33-71191801A982}" presName="spaceRect" presStyleCnt="0"/>
      <dgm:spPr/>
    </dgm:pt>
    <dgm:pt modelId="{3E8BA1C8-9ED0-4FEE-9626-CE89863C0633}" type="pres">
      <dgm:prSet presAssocID="{96BBE59F-FDD6-4A7D-AD33-71191801A982}" presName="parTx" presStyleLbl="revTx" presStyleIdx="3" presStyleCnt="5">
        <dgm:presLayoutVars>
          <dgm:chMax val="0"/>
          <dgm:chPref val="0"/>
        </dgm:presLayoutVars>
      </dgm:prSet>
      <dgm:spPr/>
    </dgm:pt>
    <dgm:pt modelId="{3388A1DF-5B24-43B9-89A9-0D159DD8C013}" type="pres">
      <dgm:prSet presAssocID="{FD022516-BA73-47A7-99E5-9427CE808DFB}" presName="sibTrans" presStyleCnt="0"/>
      <dgm:spPr/>
    </dgm:pt>
    <dgm:pt modelId="{C30AD8F7-B108-45DF-9EC1-F378A1B1D676}" type="pres">
      <dgm:prSet presAssocID="{9D78B90A-55E0-4C51-A575-057E7988EDC5}" presName="compNode" presStyleCnt="0"/>
      <dgm:spPr/>
    </dgm:pt>
    <dgm:pt modelId="{22A8DE89-1E4E-4E28-A1AA-E9B75444170B}" type="pres">
      <dgm:prSet presAssocID="{9D78B90A-55E0-4C51-A575-057E7988EDC5}" presName="bgRect" presStyleLbl="bgShp" presStyleIdx="4" presStyleCnt="5"/>
      <dgm:spPr/>
    </dgm:pt>
    <dgm:pt modelId="{0EED25C0-34FF-46BB-B490-EBD780451C4F}" type="pres">
      <dgm:prSet presAssocID="{9D78B90A-55E0-4C51-A575-057E7988EDC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E6CA35C9-2793-4B2B-BD11-FF60A1BB3720}" type="pres">
      <dgm:prSet presAssocID="{9D78B90A-55E0-4C51-A575-057E7988EDC5}" presName="spaceRect" presStyleCnt="0"/>
      <dgm:spPr/>
    </dgm:pt>
    <dgm:pt modelId="{D784DD8F-3D74-489D-BB87-73F5073E679C}" type="pres">
      <dgm:prSet presAssocID="{9D78B90A-55E0-4C51-A575-057E7988EDC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0F79015-EF1D-4B87-BB60-833ACAA0A791}" type="presOf" srcId="{96BBE59F-FDD6-4A7D-AD33-71191801A982}" destId="{3E8BA1C8-9ED0-4FEE-9626-CE89863C0633}" srcOrd="0" destOrd="0" presId="urn:microsoft.com/office/officeart/2018/2/layout/IconVerticalSolidList"/>
    <dgm:cxn modelId="{F4164835-9045-474E-A949-DBCAF19DFCD7}" type="presOf" srcId="{EDC2C4F4-3B0C-4E5B-BA54-1658453B4757}" destId="{836354AA-4501-49AA-8CDB-0A9A4F440F13}" srcOrd="0" destOrd="0" presId="urn:microsoft.com/office/officeart/2018/2/layout/IconVerticalSolidList"/>
    <dgm:cxn modelId="{D29D4750-5D22-4669-98C4-9BC85AEF1A67}" type="presOf" srcId="{9D78B90A-55E0-4C51-A575-057E7988EDC5}" destId="{D784DD8F-3D74-489D-BB87-73F5073E679C}" srcOrd="0" destOrd="0" presId="urn:microsoft.com/office/officeart/2018/2/layout/IconVerticalSolidList"/>
    <dgm:cxn modelId="{F53C4E7B-7F99-476E-AD49-ECDC793EEE9A}" type="presOf" srcId="{0E18F959-571F-46A3-A5AD-935A88826D08}" destId="{79A9E177-9291-4988-B09B-16B968E302B0}" srcOrd="0" destOrd="0" presId="urn:microsoft.com/office/officeart/2018/2/layout/IconVerticalSolidList"/>
    <dgm:cxn modelId="{1EE1AF7D-FBC5-4E6F-AD5D-FF6D9A12565F}" type="presOf" srcId="{07F03980-BE38-4EFA-8A76-D4BE300197E5}" destId="{B3825219-2FD4-438A-BB21-DE3F194CCBE3}" srcOrd="0" destOrd="0" presId="urn:microsoft.com/office/officeart/2018/2/layout/IconVerticalSolidList"/>
    <dgm:cxn modelId="{78805583-2117-4992-B84F-9230D8D2EF4B}" type="presOf" srcId="{3AB39228-73BE-469C-949E-92A1E01445D3}" destId="{093D86DE-F5F3-4E9F-9B49-177B13A897D4}" srcOrd="0" destOrd="0" presId="urn:microsoft.com/office/officeart/2018/2/layout/IconVerticalSolidList"/>
    <dgm:cxn modelId="{BD1B069A-1351-4515-AFFA-021011DFA394}" srcId="{0E18F959-571F-46A3-A5AD-935A88826D08}" destId="{07F03980-BE38-4EFA-8A76-D4BE300197E5}" srcOrd="2" destOrd="0" parTransId="{0BF880FF-B639-4E30-9711-51A6B319D271}" sibTransId="{D44F6A8B-58AB-4130-82B9-2CD0BFD94559}"/>
    <dgm:cxn modelId="{49B7C39F-F1F6-436A-AAE3-011C1EC46D9C}" srcId="{0E18F959-571F-46A3-A5AD-935A88826D08}" destId="{96BBE59F-FDD6-4A7D-AD33-71191801A982}" srcOrd="3" destOrd="0" parTransId="{FC562908-D98F-4F10-AF4C-D43F09AB3AB9}" sibTransId="{FD022516-BA73-47A7-99E5-9427CE808DFB}"/>
    <dgm:cxn modelId="{6A139AB5-78D7-47C7-9DAF-EC9CC680A8A2}" srcId="{0E18F959-571F-46A3-A5AD-935A88826D08}" destId="{9D78B90A-55E0-4C51-A575-057E7988EDC5}" srcOrd="4" destOrd="0" parTransId="{24C96B59-9096-488E-993F-7478457F466C}" sibTransId="{F344E846-91FB-429A-BCFA-AD8F75177070}"/>
    <dgm:cxn modelId="{CF61FDB9-4769-4E36-B044-737380FD3B8F}" srcId="{0E18F959-571F-46A3-A5AD-935A88826D08}" destId="{EDC2C4F4-3B0C-4E5B-BA54-1658453B4757}" srcOrd="0" destOrd="0" parTransId="{A1B3C94D-3D01-4730-9EEA-DA015D775493}" sibTransId="{2D8CE2EF-0E1E-4F3A-8AC4-10D15377E4B8}"/>
    <dgm:cxn modelId="{0B4AA8F3-6D3F-4DE9-BF3C-98B0859671BC}" srcId="{0E18F959-571F-46A3-A5AD-935A88826D08}" destId="{3AB39228-73BE-469C-949E-92A1E01445D3}" srcOrd="1" destOrd="0" parTransId="{F910BC62-62AD-40E7-A789-0076A5329E10}" sibTransId="{6556F3EA-8AF0-4BEC-B764-D4D7241104ED}"/>
    <dgm:cxn modelId="{D3035A48-44A3-4AA8-93F7-A7D0DD977A28}" type="presParOf" srcId="{79A9E177-9291-4988-B09B-16B968E302B0}" destId="{D075E328-CF11-40D9-97FD-9C185FE7315B}" srcOrd="0" destOrd="0" presId="urn:microsoft.com/office/officeart/2018/2/layout/IconVerticalSolidList"/>
    <dgm:cxn modelId="{91F4A715-E99F-4E7C-AED5-FCD67C2F3CCC}" type="presParOf" srcId="{D075E328-CF11-40D9-97FD-9C185FE7315B}" destId="{146B5C4B-9F77-4FA0-9371-97209B1B1511}" srcOrd="0" destOrd="0" presId="urn:microsoft.com/office/officeart/2018/2/layout/IconVerticalSolidList"/>
    <dgm:cxn modelId="{C1E83A72-412D-4EED-A160-6737C439427F}" type="presParOf" srcId="{D075E328-CF11-40D9-97FD-9C185FE7315B}" destId="{95BE4014-C4B3-4178-B170-7786F788135B}" srcOrd="1" destOrd="0" presId="urn:microsoft.com/office/officeart/2018/2/layout/IconVerticalSolidList"/>
    <dgm:cxn modelId="{E7B9C590-0537-49E5-AC89-83FC31322344}" type="presParOf" srcId="{D075E328-CF11-40D9-97FD-9C185FE7315B}" destId="{A32847BB-73BA-4EAA-BE2C-FE2B6DFF9C3F}" srcOrd="2" destOrd="0" presId="urn:microsoft.com/office/officeart/2018/2/layout/IconVerticalSolidList"/>
    <dgm:cxn modelId="{6FC224FC-FCE1-4C89-AA9B-9B31C9B928CD}" type="presParOf" srcId="{D075E328-CF11-40D9-97FD-9C185FE7315B}" destId="{836354AA-4501-49AA-8CDB-0A9A4F440F13}" srcOrd="3" destOrd="0" presId="urn:microsoft.com/office/officeart/2018/2/layout/IconVerticalSolidList"/>
    <dgm:cxn modelId="{5C00269D-3216-4876-98EA-490EEBC7BCB5}" type="presParOf" srcId="{79A9E177-9291-4988-B09B-16B968E302B0}" destId="{7B0B489E-24D9-478E-95AF-B9D554BDE861}" srcOrd="1" destOrd="0" presId="urn:microsoft.com/office/officeart/2018/2/layout/IconVerticalSolidList"/>
    <dgm:cxn modelId="{17CC396C-DA45-4AC5-9A2F-CD299F719AF8}" type="presParOf" srcId="{79A9E177-9291-4988-B09B-16B968E302B0}" destId="{CB627656-2FF5-499A-A08B-37A7FA7EEA6B}" srcOrd="2" destOrd="0" presId="urn:microsoft.com/office/officeart/2018/2/layout/IconVerticalSolidList"/>
    <dgm:cxn modelId="{C4F9677D-D209-489D-A996-021942B9918C}" type="presParOf" srcId="{CB627656-2FF5-499A-A08B-37A7FA7EEA6B}" destId="{83244CE4-A1E0-45B7-AE27-016078AB97AA}" srcOrd="0" destOrd="0" presId="urn:microsoft.com/office/officeart/2018/2/layout/IconVerticalSolidList"/>
    <dgm:cxn modelId="{060FD8D3-FE50-49C3-943A-5F89B7452F45}" type="presParOf" srcId="{CB627656-2FF5-499A-A08B-37A7FA7EEA6B}" destId="{0EF12061-D06F-4B6D-8264-0A33601ABFDD}" srcOrd="1" destOrd="0" presId="urn:microsoft.com/office/officeart/2018/2/layout/IconVerticalSolidList"/>
    <dgm:cxn modelId="{C3F2D5B6-1DFA-4D5C-9D3D-F7C35C31A029}" type="presParOf" srcId="{CB627656-2FF5-499A-A08B-37A7FA7EEA6B}" destId="{734743FA-ECAD-40F6-B4FF-95DF81CE1779}" srcOrd="2" destOrd="0" presId="urn:microsoft.com/office/officeart/2018/2/layout/IconVerticalSolidList"/>
    <dgm:cxn modelId="{4E7A539E-3B09-4C92-8C43-BE6A27D4B601}" type="presParOf" srcId="{CB627656-2FF5-499A-A08B-37A7FA7EEA6B}" destId="{093D86DE-F5F3-4E9F-9B49-177B13A897D4}" srcOrd="3" destOrd="0" presId="urn:microsoft.com/office/officeart/2018/2/layout/IconVerticalSolidList"/>
    <dgm:cxn modelId="{623CD7CF-1193-41AD-9F45-C2CE9B30413C}" type="presParOf" srcId="{79A9E177-9291-4988-B09B-16B968E302B0}" destId="{7DF2ECE7-558D-485A-98FC-C963D0CDD45B}" srcOrd="3" destOrd="0" presId="urn:microsoft.com/office/officeart/2018/2/layout/IconVerticalSolidList"/>
    <dgm:cxn modelId="{B33730CD-9E00-4D46-ADFC-EEC0052A28FE}" type="presParOf" srcId="{79A9E177-9291-4988-B09B-16B968E302B0}" destId="{404D7A19-219C-42BE-AAF1-7B26BAB5D475}" srcOrd="4" destOrd="0" presId="urn:microsoft.com/office/officeart/2018/2/layout/IconVerticalSolidList"/>
    <dgm:cxn modelId="{154B9630-C9C3-4409-A285-685C1152B556}" type="presParOf" srcId="{404D7A19-219C-42BE-AAF1-7B26BAB5D475}" destId="{1D033183-2F71-46CA-B956-48A0B17113CF}" srcOrd="0" destOrd="0" presId="urn:microsoft.com/office/officeart/2018/2/layout/IconVerticalSolidList"/>
    <dgm:cxn modelId="{9FE82157-A6C3-47D9-812E-8499272A34A3}" type="presParOf" srcId="{404D7A19-219C-42BE-AAF1-7B26BAB5D475}" destId="{1C0430A5-1B2C-48F4-AF80-8FA27C476F13}" srcOrd="1" destOrd="0" presId="urn:microsoft.com/office/officeart/2018/2/layout/IconVerticalSolidList"/>
    <dgm:cxn modelId="{B5EC4B07-E144-45B6-A24F-A3B84E9C2473}" type="presParOf" srcId="{404D7A19-219C-42BE-AAF1-7B26BAB5D475}" destId="{B1C54756-083F-445B-B096-B3F50A5E905B}" srcOrd="2" destOrd="0" presId="urn:microsoft.com/office/officeart/2018/2/layout/IconVerticalSolidList"/>
    <dgm:cxn modelId="{7ADE2CA3-C3C6-4E15-A423-F9F529C025F8}" type="presParOf" srcId="{404D7A19-219C-42BE-AAF1-7B26BAB5D475}" destId="{B3825219-2FD4-438A-BB21-DE3F194CCBE3}" srcOrd="3" destOrd="0" presId="urn:microsoft.com/office/officeart/2018/2/layout/IconVerticalSolidList"/>
    <dgm:cxn modelId="{5175B2E3-30F3-4631-8E73-DAFDEB99FECE}" type="presParOf" srcId="{79A9E177-9291-4988-B09B-16B968E302B0}" destId="{6FCD09BF-7BD2-4AE4-9180-F4CB7FEBD2B8}" srcOrd="5" destOrd="0" presId="urn:microsoft.com/office/officeart/2018/2/layout/IconVerticalSolidList"/>
    <dgm:cxn modelId="{16B212B3-62FC-488B-8892-1F5F49FF5A00}" type="presParOf" srcId="{79A9E177-9291-4988-B09B-16B968E302B0}" destId="{E18E4150-01BF-40C1-9775-69E7FD54E51F}" srcOrd="6" destOrd="0" presId="urn:microsoft.com/office/officeart/2018/2/layout/IconVerticalSolidList"/>
    <dgm:cxn modelId="{259551C5-9395-4CF8-96BD-6BB2B8C6CF55}" type="presParOf" srcId="{E18E4150-01BF-40C1-9775-69E7FD54E51F}" destId="{814B5435-A532-463E-85D4-C1173702C4FD}" srcOrd="0" destOrd="0" presId="urn:microsoft.com/office/officeart/2018/2/layout/IconVerticalSolidList"/>
    <dgm:cxn modelId="{3F20F0F4-56CF-4520-ABE0-EB91EC694C10}" type="presParOf" srcId="{E18E4150-01BF-40C1-9775-69E7FD54E51F}" destId="{22B0B1F3-2F6D-4C52-88A7-910BD8ADA94F}" srcOrd="1" destOrd="0" presId="urn:microsoft.com/office/officeart/2018/2/layout/IconVerticalSolidList"/>
    <dgm:cxn modelId="{5E8A167C-4DE2-4EA3-80BA-942BE94242E8}" type="presParOf" srcId="{E18E4150-01BF-40C1-9775-69E7FD54E51F}" destId="{4F33ADE7-DDE2-4714-91D4-7120DBC45E5F}" srcOrd="2" destOrd="0" presId="urn:microsoft.com/office/officeart/2018/2/layout/IconVerticalSolidList"/>
    <dgm:cxn modelId="{143C1C6C-73E0-4500-8960-4CD68AC39EBC}" type="presParOf" srcId="{E18E4150-01BF-40C1-9775-69E7FD54E51F}" destId="{3E8BA1C8-9ED0-4FEE-9626-CE89863C0633}" srcOrd="3" destOrd="0" presId="urn:microsoft.com/office/officeart/2018/2/layout/IconVerticalSolidList"/>
    <dgm:cxn modelId="{184E937F-EBE7-4364-A0B9-C6B47DAC9CCB}" type="presParOf" srcId="{79A9E177-9291-4988-B09B-16B968E302B0}" destId="{3388A1DF-5B24-43B9-89A9-0D159DD8C013}" srcOrd="7" destOrd="0" presId="urn:microsoft.com/office/officeart/2018/2/layout/IconVerticalSolidList"/>
    <dgm:cxn modelId="{6020AB27-B7BF-4BE7-A52E-9748FD33559A}" type="presParOf" srcId="{79A9E177-9291-4988-B09B-16B968E302B0}" destId="{C30AD8F7-B108-45DF-9EC1-F378A1B1D676}" srcOrd="8" destOrd="0" presId="urn:microsoft.com/office/officeart/2018/2/layout/IconVerticalSolidList"/>
    <dgm:cxn modelId="{BFBA37B5-3147-449C-952D-23512A181281}" type="presParOf" srcId="{C30AD8F7-B108-45DF-9EC1-F378A1B1D676}" destId="{22A8DE89-1E4E-4E28-A1AA-E9B75444170B}" srcOrd="0" destOrd="0" presId="urn:microsoft.com/office/officeart/2018/2/layout/IconVerticalSolidList"/>
    <dgm:cxn modelId="{F2A55FF9-D468-4ED3-B4F1-6D9C0D8E75D5}" type="presParOf" srcId="{C30AD8F7-B108-45DF-9EC1-F378A1B1D676}" destId="{0EED25C0-34FF-46BB-B490-EBD780451C4F}" srcOrd="1" destOrd="0" presId="urn:microsoft.com/office/officeart/2018/2/layout/IconVerticalSolidList"/>
    <dgm:cxn modelId="{3BFB56B6-EBB3-4ADE-966C-C29F9BCA1D87}" type="presParOf" srcId="{C30AD8F7-B108-45DF-9EC1-F378A1B1D676}" destId="{E6CA35C9-2793-4B2B-BD11-FF60A1BB3720}" srcOrd="2" destOrd="0" presId="urn:microsoft.com/office/officeart/2018/2/layout/IconVerticalSolidList"/>
    <dgm:cxn modelId="{DE99C744-88BB-4417-B729-AD9FBC31A6CE}" type="presParOf" srcId="{C30AD8F7-B108-45DF-9EC1-F378A1B1D676}" destId="{D784DD8F-3D74-489D-BB87-73F5073E67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17CFB4-4456-438C-9FEB-6ACA7DDB8754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DEBDA87C-E5DF-47D8-82E3-7277B9126489}">
      <dgm:prSet/>
      <dgm:spPr/>
      <dgm:t>
        <a:bodyPr/>
        <a:lstStyle/>
        <a:p>
          <a:r>
            <a:rPr lang="en-US" dirty="0"/>
            <a:t>Hoekstra &amp; Mekonnen (2012), PNAS — The water footprint of humanity: baseline patterns &amp; virtual water trade.</a:t>
          </a:r>
        </a:p>
      </dgm:t>
    </dgm:pt>
    <dgm:pt modelId="{AA736F85-6C8E-4699-B87C-3152D2B72247}" type="parTrans" cxnId="{7AB1D932-50D6-440B-B5C5-02EB32C3FBE0}">
      <dgm:prSet/>
      <dgm:spPr/>
      <dgm:t>
        <a:bodyPr/>
        <a:lstStyle/>
        <a:p>
          <a:endParaRPr lang="en-US"/>
        </a:p>
      </dgm:t>
    </dgm:pt>
    <dgm:pt modelId="{4D75DB81-8405-4F59-98A4-54207C000F0F}" type="sibTrans" cxnId="{7AB1D932-50D6-440B-B5C5-02EB32C3FBE0}">
      <dgm:prSet/>
      <dgm:spPr/>
      <dgm:t>
        <a:bodyPr/>
        <a:lstStyle/>
        <a:p>
          <a:endParaRPr lang="en-US"/>
        </a:p>
      </dgm:t>
    </dgm:pt>
    <dgm:pt modelId="{A4D4EE3D-D232-4AA5-8D98-A2950391DAC8}">
      <dgm:prSet/>
      <dgm:spPr/>
      <dgm:t>
        <a:bodyPr/>
        <a:lstStyle/>
        <a:p>
          <a:r>
            <a:rPr lang="en-US" dirty="0"/>
            <a:t>Mekonnen &amp; Hoekstra (2011), HESS — Crop-level blue/green/grey factors underpinning food item estimates.</a:t>
          </a:r>
        </a:p>
      </dgm:t>
    </dgm:pt>
    <dgm:pt modelId="{056D09D0-E91F-43FF-B973-3AB63E9916D0}" type="parTrans" cxnId="{4B91C53E-BFB0-494D-BA0D-58EE78F7A6DA}">
      <dgm:prSet/>
      <dgm:spPr/>
      <dgm:t>
        <a:bodyPr/>
        <a:lstStyle/>
        <a:p>
          <a:endParaRPr lang="en-US"/>
        </a:p>
      </dgm:t>
    </dgm:pt>
    <dgm:pt modelId="{E84FB4D3-8CD2-44F8-AFEF-25745D3C3DB6}" type="sibTrans" cxnId="{4B91C53E-BFB0-494D-BA0D-58EE78F7A6DA}">
      <dgm:prSet/>
      <dgm:spPr/>
      <dgm:t>
        <a:bodyPr/>
        <a:lstStyle/>
        <a:p>
          <a:endParaRPr lang="en-US"/>
        </a:p>
      </dgm:t>
    </dgm:pt>
    <dgm:pt modelId="{ED31EAEA-70DB-45DA-A434-C7C0FE797E76}">
      <dgm:prSet/>
      <dgm:spPr/>
      <dgm:t>
        <a:bodyPr/>
        <a:lstStyle/>
        <a:p>
          <a:r>
            <a:rPr lang="en-US"/>
            <a:t>ISO 14046 (2014) — Water footprint principles; shapes reporting &amp; disclosure.</a:t>
          </a:r>
        </a:p>
      </dgm:t>
    </dgm:pt>
    <dgm:pt modelId="{67E293A2-D0F2-4399-B2B5-A6E56438EF7D}" type="parTrans" cxnId="{92994392-8FEE-41CC-A0EE-0BAD967A443A}">
      <dgm:prSet/>
      <dgm:spPr/>
      <dgm:t>
        <a:bodyPr/>
        <a:lstStyle/>
        <a:p>
          <a:endParaRPr lang="en-US"/>
        </a:p>
      </dgm:t>
    </dgm:pt>
    <dgm:pt modelId="{F17775DD-EFB2-4388-BF72-10949A99B2FB}" type="sibTrans" cxnId="{92994392-8FEE-41CC-A0EE-0BAD967A443A}">
      <dgm:prSet/>
      <dgm:spPr/>
      <dgm:t>
        <a:bodyPr/>
        <a:lstStyle/>
        <a:p>
          <a:endParaRPr lang="en-US"/>
        </a:p>
      </dgm:t>
    </dgm:pt>
    <dgm:pt modelId="{478EFBDD-33FA-4058-91AE-B34F622AC1F4}">
      <dgm:prSet/>
      <dgm:spPr/>
      <dgm:t>
        <a:bodyPr/>
        <a:lstStyle/>
        <a:p>
          <a:r>
            <a:rPr lang="en-US"/>
            <a:t>ISO 14044 (2006/2018) — LCA requirements; allocation &amp; functional unit guidance.</a:t>
          </a:r>
        </a:p>
      </dgm:t>
    </dgm:pt>
    <dgm:pt modelId="{E4014632-3870-42ED-96EE-B718E639A3D2}" type="parTrans" cxnId="{F911354F-A28C-437F-A88F-61F30FA57941}">
      <dgm:prSet/>
      <dgm:spPr/>
      <dgm:t>
        <a:bodyPr/>
        <a:lstStyle/>
        <a:p>
          <a:endParaRPr lang="en-US"/>
        </a:p>
      </dgm:t>
    </dgm:pt>
    <dgm:pt modelId="{94943EC8-9451-4C82-9A98-6450C37DFC71}" type="sibTrans" cxnId="{F911354F-A28C-437F-A88F-61F30FA57941}">
      <dgm:prSet/>
      <dgm:spPr/>
      <dgm:t>
        <a:bodyPr/>
        <a:lstStyle/>
        <a:p>
          <a:endParaRPr lang="en-US"/>
        </a:p>
      </dgm:t>
    </dgm:pt>
    <dgm:pt modelId="{153FF6D2-6945-4CB7-A12B-46723149F6EF}">
      <dgm:prSet/>
      <dgm:spPr/>
      <dgm:t>
        <a:bodyPr/>
        <a:lstStyle/>
        <a:p>
          <a:r>
            <a:rPr lang="en-US" dirty="0"/>
            <a:t>Pfister et al. (2009), PNAS — Freshwater consumption in LCA; consumptive use framing.</a:t>
          </a:r>
        </a:p>
      </dgm:t>
    </dgm:pt>
    <dgm:pt modelId="{DED0CA9F-4AAD-4ED9-96EE-D23C6FF7ED51}" type="parTrans" cxnId="{F24C792F-74F4-4EEF-A8BC-AD3CB26B7AAB}">
      <dgm:prSet/>
      <dgm:spPr/>
      <dgm:t>
        <a:bodyPr/>
        <a:lstStyle/>
        <a:p>
          <a:endParaRPr lang="en-US"/>
        </a:p>
      </dgm:t>
    </dgm:pt>
    <dgm:pt modelId="{14FFB77C-FF4E-4CE1-9DDA-CAC966C52F8F}" type="sibTrans" cxnId="{F24C792F-74F4-4EEF-A8BC-AD3CB26B7AAB}">
      <dgm:prSet/>
      <dgm:spPr/>
      <dgm:t>
        <a:bodyPr/>
        <a:lstStyle/>
        <a:p>
          <a:endParaRPr lang="en-US"/>
        </a:p>
      </dgm:t>
    </dgm:pt>
    <dgm:pt modelId="{14366740-FE36-41B3-BDAA-0AE244F4709F}" type="pres">
      <dgm:prSet presAssocID="{EC17CFB4-4456-438C-9FEB-6ACA7DDB8754}" presName="linear" presStyleCnt="0">
        <dgm:presLayoutVars>
          <dgm:animLvl val="lvl"/>
          <dgm:resizeHandles val="exact"/>
        </dgm:presLayoutVars>
      </dgm:prSet>
      <dgm:spPr/>
    </dgm:pt>
    <dgm:pt modelId="{45C5B1B5-BE59-4390-902E-6FA187258A1D}" type="pres">
      <dgm:prSet presAssocID="{DEBDA87C-E5DF-47D8-82E3-7277B91264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FCEF46-A0B6-4BCF-8E53-ACB26364D613}" type="pres">
      <dgm:prSet presAssocID="{4D75DB81-8405-4F59-98A4-54207C000F0F}" presName="spacer" presStyleCnt="0"/>
      <dgm:spPr/>
    </dgm:pt>
    <dgm:pt modelId="{65051B79-47D1-4F9C-94EC-1AF90CEC112D}" type="pres">
      <dgm:prSet presAssocID="{A4D4EE3D-D232-4AA5-8D98-A2950391DA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905C39-22FC-4CA4-BCE3-2A0698630A82}" type="pres">
      <dgm:prSet presAssocID="{E84FB4D3-8CD2-44F8-AFEF-25745D3C3DB6}" presName="spacer" presStyleCnt="0"/>
      <dgm:spPr/>
    </dgm:pt>
    <dgm:pt modelId="{77E0EF1B-F72C-448D-B1E5-769878326168}" type="pres">
      <dgm:prSet presAssocID="{ED31EAEA-70DB-45DA-A434-C7C0FE797E7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5E0C5FF-7076-47F7-B566-EA44DEF993E3}" type="pres">
      <dgm:prSet presAssocID="{F17775DD-EFB2-4388-BF72-10949A99B2FB}" presName="spacer" presStyleCnt="0"/>
      <dgm:spPr/>
    </dgm:pt>
    <dgm:pt modelId="{3504605C-0A6F-4581-B0C2-B6F481CF23A5}" type="pres">
      <dgm:prSet presAssocID="{478EFBDD-33FA-4058-91AE-B34F622AC1F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7A29C3-939C-41C8-9E96-6296FB8508D0}" type="pres">
      <dgm:prSet presAssocID="{94943EC8-9451-4C82-9A98-6450C37DFC71}" presName="spacer" presStyleCnt="0"/>
      <dgm:spPr/>
    </dgm:pt>
    <dgm:pt modelId="{51B2F188-FEE5-481B-BE36-3D39EFD3F796}" type="pres">
      <dgm:prSet presAssocID="{153FF6D2-6945-4CB7-A12B-46723149F6E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3689A0D-FDA5-4AF3-91C5-72A204526C6F}" type="presOf" srcId="{153FF6D2-6945-4CB7-A12B-46723149F6EF}" destId="{51B2F188-FEE5-481B-BE36-3D39EFD3F796}" srcOrd="0" destOrd="0" presId="urn:microsoft.com/office/officeart/2005/8/layout/vList2"/>
    <dgm:cxn modelId="{0601BA13-EFA5-41CB-B3D7-BB84C660CE85}" type="presOf" srcId="{EC17CFB4-4456-438C-9FEB-6ACA7DDB8754}" destId="{14366740-FE36-41B3-BDAA-0AE244F4709F}" srcOrd="0" destOrd="0" presId="urn:microsoft.com/office/officeart/2005/8/layout/vList2"/>
    <dgm:cxn modelId="{F24C792F-74F4-4EEF-A8BC-AD3CB26B7AAB}" srcId="{EC17CFB4-4456-438C-9FEB-6ACA7DDB8754}" destId="{153FF6D2-6945-4CB7-A12B-46723149F6EF}" srcOrd="4" destOrd="0" parTransId="{DED0CA9F-4AAD-4ED9-96EE-D23C6FF7ED51}" sibTransId="{14FFB77C-FF4E-4CE1-9DDA-CAC966C52F8F}"/>
    <dgm:cxn modelId="{7AB1D932-50D6-440B-B5C5-02EB32C3FBE0}" srcId="{EC17CFB4-4456-438C-9FEB-6ACA7DDB8754}" destId="{DEBDA87C-E5DF-47D8-82E3-7277B9126489}" srcOrd="0" destOrd="0" parTransId="{AA736F85-6C8E-4699-B87C-3152D2B72247}" sibTransId="{4D75DB81-8405-4F59-98A4-54207C000F0F}"/>
    <dgm:cxn modelId="{4B91C53E-BFB0-494D-BA0D-58EE78F7A6DA}" srcId="{EC17CFB4-4456-438C-9FEB-6ACA7DDB8754}" destId="{A4D4EE3D-D232-4AA5-8D98-A2950391DAC8}" srcOrd="1" destOrd="0" parTransId="{056D09D0-E91F-43FF-B973-3AB63E9916D0}" sibTransId="{E84FB4D3-8CD2-44F8-AFEF-25745D3C3DB6}"/>
    <dgm:cxn modelId="{F911354F-A28C-437F-A88F-61F30FA57941}" srcId="{EC17CFB4-4456-438C-9FEB-6ACA7DDB8754}" destId="{478EFBDD-33FA-4058-91AE-B34F622AC1F4}" srcOrd="3" destOrd="0" parTransId="{E4014632-3870-42ED-96EE-B718E639A3D2}" sibTransId="{94943EC8-9451-4C82-9A98-6450C37DFC71}"/>
    <dgm:cxn modelId="{92994392-8FEE-41CC-A0EE-0BAD967A443A}" srcId="{EC17CFB4-4456-438C-9FEB-6ACA7DDB8754}" destId="{ED31EAEA-70DB-45DA-A434-C7C0FE797E76}" srcOrd="2" destOrd="0" parTransId="{67E293A2-D0F2-4399-B2B5-A6E56438EF7D}" sibTransId="{F17775DD-EFB2-4388-BF72-10949A99B2FB}"/>
    <dgm:cxn modelId="{35D43795-BE87-4E74-8488-4F12B0DEDECD}" type="presOf" srcId="{478EFBDD-33FA-4058-91AE-B34F622AC1F4}" destId="{3504605C-0A6F-4581-B0C2-B6F481CF23A5}" srcOrd="0" destOrd="0" presId="urn:microsoft.com/office/officeart/2005/8/layout/vList2"/>
    <dgm:cxn modelId="{937C02E8-CDCA-44D6-9CCA-2744957EAFBE}" type="presOf" srcId="{A4D4EE3D-D232-4AA5-8D98-A2950391DAC8}" destId="{65051B79-47D1-4F9C-94EC-1AF90CEC112D}" srcOrd="0" destOrd="0" presId="urn:microsoft.com/office/officeart/2005/8/layout/vList2"/>
    <dgm:cxn modelId="{4F516BE8-0C00-4609-9A1D-19D6F02E06C3}" type="presOf" srcId="{ED31EAEA-70DB-45DA-A434-C7C0FE797E76}" destId="{77E0EF1B-F72C-448D-B1E5-769878326168}" srcOrd="0" destOrd="0" presId="urn:microsoft.com/office/officeart/2005/8/layout/vList2"/>
    <dgm:cxn modelId="{E6A5CDF5-881B-43A7-B5CA-DE77A29DA901}" type="presOf" srcId="{DEBDA87C-E5DF-47D8-82E3-7277B9126489}" destId="{45C5B1B5-BE59-4390-902E-6FA187258A1D}" srcOrd="0" destOrd="0" presId="urn:microsoft.com/office/officeart/2005/8/layout/vList2"/>
    <dgm:cxn modelId="{D0A8A7A1-91D1-4761-BAB8-7C058C03C18A}" type="presParOf" srcId="{14366740-FE36-41B3-BDAA-0AE244F4709F}" destId="{45C5B1B5-BE59-4390-902E-6FA187258A1D}" srcOrd="0" destOrd="0" presId="urn:microsoft.com/office/officeart/2005/8/layout/vList2"/>
    <dgm:cxn modelId="{1D62B693-D898-47D9-8F2C-37CBD7930BC5}" type="presParOf" srcId="{14366740-FE36-41B3-BDAA-0AE244F4709F}" destId="{56FCEF46-A0B6-4BCF-8E53-ACB26364D613}" srcOrd="1" destOrd="0" presId="urn:microsoft.com/office/officeart/2005/8/layout/vList2"/>
    <dgm:cxn modelId="{54515CD8-A514-4510-8126-C27E21C4C9A9}" type="presParOf" srcId="{14366740-FE36-41B3-BDAA-0AE244F4709F}" destId="{65051B79-47D1-4F9C-94EC-1AF90CEC112D}" srcOrd="2" destOrd="0" presId="urn:microsoft.com/office/officeart/2005/8/layout/vList2"/>
    <dgm:cxn modelId="{A8CFCD50-7F95-4E88-98E2-863AEA8097DC}" type="presParOf" srcId="{14366740-FE36-41B3-BDAA-0AE244F4709F}" destId="{22905C39-22FC-4CA4-BCE3-2A0698630A82}" srcOrd="3" destOrd="0" presId="urn:microsoft.com/office/officeart/2005/8/layout/vList2"/>
    <dgm:cxn modelId="{F2FDE2AD-4E67-4C40-A4E7-324091D6083F}" type="presParOf" srcId="{14366740-FE36-41B3-BDAA-0AE244F4709F}" destId="{77E0EF1B-F72C-448D-B1E5-769878326168}" srcOrd="4" destOrd="0" presId="urn:microsoft.com/office/officeart/2005/8/layout/vList2"/>
    <dgm:cxn modelId="{C2B53E05-9E96-400E-A6EE-D6FDE491B59C}" type="presParOf" srcId="{14366740-FE36-41B3-BDAA-0AE244F4709F}" destId="{E5E0C5FF-7076-47F7-B566-EA44DEF993E3}" srcOrd="5" destOrd="0" presId="urn:microsoft.com/office/officeart/2005/8/layout/vList2"/>
    <dgm:cxn modelId="{4E87DAA7-AFC6-4080-AE1D-59AEA26F249C}" type="presParOf" srcId="{14366740-FE36-41B3-BDAA-0AE244F4709F}" destId="{3504605C-0A6F-4581-B0C2-B6F481CF23A5}" srcOrd="6" destOrd="0" presId="urn:microsoft.com/office/officeart/2005/8/layout/vList2"/>
    <dgm:cxn modelId="{F5F0625F-037F-4F1A-89B7-A376AF5C18E7}" type="presParOf" srcId="{14366740-FE36-41B3-BDAA-0AE244F4709F}" destId="{2A7A29C3-939C-41C8-9E96-6296FB8508D0}" srcOrd="7" destOrd="0" presId="urn:microsoft.com/office/officeart/2005/8/layout/vList2"/>
    <dgm:cxn modelId="{E6FC1FF5-B6B4-4A8D-96FB-ED01D5123207}" type="presParOf" srcId="{14366740-FE36-41B3-BDAA-0AE244F4709F}" destId="{51B2F188-FEE5-481B-BE36-3D39EFD3F79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17CFB4-4456-438C-9FEB-6ACA7DDB8754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EBDA87C-E5DF-47D8-82E3-7277B9126489}">
      <dgm:prSet/>
      <dgm:spPr/>
      <dgm:t>
        <a:bodyPr/>
        <a:lstStyle/>
        <a:p>
          <a:r>
            <a:rPr lang="en-US"/>
            <a:t>Ridoutt &amp; Pfister (2010), J. Industrial Ecology — Scarcity-oriented footprinting rationale.</a:t>
          </a:r>
        </a:p>
      </dgm:t>
    </dgm:pt>
    <dgm:pt modelId="{AA736F85-6C8E-4699-B87C-3152D2B72247}" type="parTrans" cxnId="{7AB1D932-50D6-440B-B5C5-02EB32C3FBE0}">
      <dgm:prSet/>
      <dgm:spPr/>
      <dgm:t>
        <a:bodyPr/>
        <a:lstStyle/>
        <a:p>
          <a:endParaRPr lang="en-US"/>
        </a:p>
      </dgm:t>
    </dgm:pt>
    <dgm:pt modelId="{4D75DB81-8405-4F59-98A4-54207C000F0F}" type="sibTrans" cxnId="{7AB1D932-50D6-440B-B5C5-02EB32C3FBE0}">
      <dgm:prSet/>
      <dgm:spPr/>
      <dgm:t>
        <a:bodyPr/>
        <a:lstStyle/>
        <a:p>
          <a:endParaRPr lang="en-US"/>
        </a:p>
      </dgm:t>
    </dgm:pt>
    <dgm:pt modelId="{287E47BE-421A-4DF3-8887-8CE0E02EA381}">
      <dgm:prSet/>
      <dgm:spPr/>
      <dgm:t>
        <a:bodyPr/>
        <a:lstStyle/>
        <a:p>
          <a:r>
            <a:rPr lang="en-US" dirty="0"/>
            <a:t>Boulay et al. (2018), Int. J. LCA — AWARE model; regional characterization factors.</a:t>
          </a:r>
        </a:p>
      </dgm:t>
    </dgm:pt>
    <dgm:pt modelId="{B14E6343-F58B-4CC2-8D56-6343DF5B142D}" type="parTrans" cxnId="{3FFA5FF3-E0C9-4E56-8CA7-64E6334A6701}">
      <dgm:prSet/>
      <dgm:spPr/>
      <dgm:t>
        <a:bodyPr/>
        <a:lstStyle/>
        <a:p>
          <a:endParaRPr lang="en-US"/>
        </a:p>
      </dgm:t>
    </dgm:pt>
    <dgm:pt modelId="{2FC0B134-6B10-49B9-8612-BD8B6C6F4B58}" type="sibTrans" cxnId="{3FFA5FF3-E0C9-4E56-8CA7-64E6334A6701}">
      <dgm:prSet/>
      <dgm:spPr/>
      <dgm:t>
        <a:bodyPr/>
        <a:lstStyle/>
        <a:p>
          <a:endParaRPr lang="en-US"/>
        </a:p>
      </dgm:t>
    </dgm:pt>
    <dgm:pt modelId="{48F8DDD1-6C90-4CD6-A3A0-492A57DFE277}">
      <dgm:prSet/>
      <dgm:spPr/>
      <dgm:t>
        <a:bodyPr/>
        <a:lstStyle/>
        <a:p>
          <a:r>
            <a:rPr lang="en-US"/>
            <a:t>Kounina et al. (2013), Int. J. LCA — Methods review; pitfalls &amp; harmonization.</a:t>
          </a:r>
          <a:endParaRPr lang="en-US" dirty="0"/>
        </a:p>
      </dgm:t>
    </dgm:pt>
    <dgm:pt modelId="{50B11FBB-17CE-406A-9EDE-FC90EB9E3ABF}" type="parTrans" cxnId="{8913A351-A8F3-4A1A-918D-3020B16EA8CE}">
      <dgm:prSet/>
      <dgm:spPr/>
      <dgm:t>
        <a:bodyPr/>
        <a:lstStyle/>
        <a:p>
          <a:endParaRPr lang="en-US"/>
        </a:p>
      </dgm:t>
    </dgm:pt>
    <dgm:pt modelId="{114A4B32-CDA7-4898-A1D6-4E79B95F743F}" type="sibTrans" cxnId="{8913A351-A8F3-4A1A-918D-3020B16EA8CE}">
      <dgm:prSet/>
      <dgm:spPr/>
      <dgm:t>
        <a:bodyPr/>
        <a:lstStyle/>
        <a:p>
          <a:endParaRPr lang="en-US"/>
        </a:p>
      </dgm:t>
    </dgm:pt>
    <dgm:pt modelId="{A01278CF-7C30-4037-9BD8-ED18550E6863}">
      <dgm:prSet/>
      <dgm:spPr/>
      <dgm:t>
        <a:bodyPr/>
        <a:lstStyle/>
        <a:p>
          <a:r>
            <a:rPr lang="en-US"/>
            <a:t>Berger et al. (2014), Int. J. LCA — Progress &amp; challenges; communication best practices.</a:t>
          </a:r>
          <a:endParaRPr lang="en-US" dirty="0"/>
        </a:p>
      </dgm:t>
    </dgm:pt>
    <dgm:pt modelId="{0FDB3234-A38F-442F-93E9-BA4A62C137EC}" type="parTrans" cxnId="{F1695B01-BB84-4D2C-BA14-8EC820DE850A}">
      <dgm:prSet/>
      <dgm:spPr/>
      <dgm:t>
        <a:bodyPr/>
        <a:lstStyle/>
        <a:p>
          <a:endParaRPr lang="en-US"/>
        </a:p>
      </dgm:t>
    </dgm:pt>
    <dgm:pt modelId="{A38BC6E0-4311-46AF-96B3-735B8AA5ACC9}" type="sibTrans" cxnId="{F1695B01-BB84-4D2C-BA14-8EC820DE850A}">
      <dgm:prSet/>
      <dgm:spPr/>
      <dgm:t>
        <a:bodyPr/>
        <a:lstStyle/>
        <a:p>
          <a:endParaRPr lang="en-US"/>
        </a:p>
      </dgm:t>
    </dgm:pt>
    <dgm:pt modelId="{81A623B5-81C5-496D-BC05-4D15944A15F0}">
      <dgm:prSet/>
      <dgm:spPr/>
      <dgm:t>
        <a:bodyPr/>
        <a:lstStyle/>
        <a:p>
          <a:r>
            <a:rPr lang="en-US"/>
            <a:t>Bayart et al. (2010), Int. J. LCA — Off-stream water use; grey WF framing.</a:t>
          </a:r>
          <a:endParaRPr lang="en-US" dirty="0"/>
        </a:p>
      </dgm:t>
    </dgm:pt>
    <dgm:pt modelId="{6E0E301F-9374-4CDD-9151-98A37EC57A0F}" type="parTrans" cxnId="{AAF433BC-0E4A-4E75-A090-ECED6E6880A8}">
      <dgm:prSet/>
      <dgm:spPr/>
      <dgm:t>
        <a:bodyPr/>
        <a:lstStyle/>
        <a:p>
          <a:endParaRPr lang="en-US"/>
        </a:p>
      </dgm:t>
    </dgm:pt>
    <dgm:pt modelId="{BF774566-7DFB-4257-9561-CF2046ADAD72}" type="sibTrans" cxnId="{AAF433BC-0E4A-4E75-A090-ECED6E6880A8}">
      <dgm:prSet/>
      <dgm:spPr/>
      <dgm:t>
        <a:bodyPr/>
        <a:lstStyle/>
        <a:p>
          <a:endParaRPr lang="en-US"/>
        </a:p>
      </dgm:t>
    </dgm:pt>
    <dgm:pt modelId="{C227CB02-4F79-4BD9-A3E8-205B2D026C56}">
      <dgm:prSet/>
      <dgm:spPr/>
      <dgm:t>
        <a:bodyPr/>
        <a:lstStyle/>
        <a:p>
          <a:r>
            <a:rPr lang="en-US"/>
            <a:t>Boulay et al. (2015), Environ. Sci. Technol. — Consensus on assessing water use impacts.</a:t>
          </a:r>
          <a:endParaRPr lang="en-US" dirty="0"/>
        </a:p>
      </dgm:t>
    </dgm:pt>
    <dgm:pt modelId="{1EC5D73F-F221-4859-8711-2F76F540F583}" type="parTrans" cxnId="{79F897A4-9C92-4FB9-B866-6D4D7F22BA23}">
      <dgm:prSet/>
      <dgm:spPr/>
      <dgm:t>
        <a:bodyPr/>
        <a:lstStyle/>
        <a:p>
          <a:endParaRPr lang="en-US"/>
        </a:p>
      </dgm:t>
    </dgm:pt>
    <dgm:pt modelId="{0AD4B1E8-81E0-4F25-9231-7819CA03A893}" type="sibTrans" cxnId="{79F897A4-9C92-4FB9-B866-6D4D7F22BA23}">
      <dgm:prSet/>
      <dgm:spPr/>
      <dgm:t>
        <a:bodyPr/>
        <a:lstStyle/>
        <a:p>
          <a:endParaRPr lang="en-US"/>
        </a:p>
      </dgm:t>
    </dgm:pt>
    <dgm:pt modelId="{2193C4FE-2BD8-496D-AB30-201907215B74}">
      <dgm:prSet/>
      <dgm:spPr/>
      <dgm:t>
        <a:bodyPr/>
        <a:lstStyle/>
        <a:p>
          <a:r>
            <a:rPr lang="en-US"/>
            <a:t>Hoekstra (2017) — Water Footprint Assessment: evolvement of the field.</a:t>
          </a:r>
          <a:endParaRPr lang="en-US" dirty="0"/>
        </a:p>
      </dgm:t>
    </dgm:pt>
    <dgm:pt modelId="{721605BC-373A-4B4E-8BE1-840DEC2C325D}" type="parTrans" cxnId="{D0800E3D-B712-49A1-A9A7-69AF529729CA}">
      <dgm:prSet/>
      <dgm:spPr/>
      <dgm:t>
        <a:bodyPr/>
        <a:lstStyle/>
        <a:p>
          <a:endParaRPr lang="en-US"/>
        </a:p>
      </dgm:t>
    </dgm:pt>
    <dgm:pt modelId="{650F4920-EEFD-4DF0-BBCC-44D12D7C1596}" type="sibTrans" cxnId="{D0800E3D-B712-49A1-A9A7-69AF529729CA}">
      <dgm:prSet/>
      <dgm:spPr/>
      <dgm:t>
        <a:bodyPr/>
        <a:lstStyle/>
        <a:p>
          <a:endParaRPr lang="en-US"/>
        </a:p>
      </dgm:t>
    </dgm:pt>
    <dgm:pt modelId="{14366740-FE36-41B3-BDAA-0AE244F4709F}" type="pres">
      <dgm:prSet presAssocID="{EC17CFB4-4456-438C-9FEB-6ACA7DDB8754}" presName="linear" presStyleCnt="0">
        <dgm:presLayoutVars>
          <dgm:animLvl val="lvl"/>
          <dgm:resizeHandles val="exact"/>
        </dgm:presLayoutVars>
      </dgm:prSet>
      <dgm:spPr/>
    </dgm:pt>
    <dgm:pt modelId="{45C5B1B5-BE59-4390-902E-6FA187258A1D}" type="pres">
      <dgm:prSet presAssocID="{DEBDA87C-E5DF-47D8-82E3-7277B912648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6FCEF46-A0B6-4BCF-8E53-ACB26364D613}" type="pres">
      <dgm:prSet presAssocID="{4D75DB81-8405-4F59-98A4-54207C000F0F}" presName="spacer" presStyleCnt="0"/>
      <dgm:spPr/>
    </dgm:pt>
    <dgm:pt modelId="{543D18E3-B566-4046-B77C-EE774F464E12}" type="pres">
      <dgm:prSet presAssocID="{287E47BE-421A-4DF3-8887-8CE0E02EA38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CDD56B5-EDD1-4256-81B9-5E8622291C6E}" type="pres">
      <dgm:prSet presAssocID="{2FC0B134-6B10-49B9-8612-BD8B6C6F4B58}" presName="spacer" presStyleCnt="0"/>
      <dgm:spPr/>
    </dgm:pt>
    <dgm:pt modelId="{12E51655-91F9-49F9-8769-425FED074576}" type="pres">
      <dgm:prSet presAssocID="{48F8DDD1-6C90-4CD6-A3A0-492A57DFE27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FA0C273-814F-470D-87A9-62E83FE0F7C3}" type="pres">
      <dgm:prSet presAssocID="{114A4B32-CDA7-4898-A1D6-4E79B95F743F}" presName="spacer" presStyleCnt="0"/>
      <dgm:spPr/>
    </dgm:pt>
    <dgm:pt modelId="{AC7943F4-25B7-4BFA-A7D6-E66A21023649}" type="pres">
      <dgm:prSet presAssocID="{A01278CF-7C30-4037-9BD8-ED18550E686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91BF586-36A3-41F3-927C-E0478C070833}" type="pres">
      <dgm:prSet presAssocID="{A38BC6E0-4311-46AF-96B3-735B8AA5ACC9}" presName="spacer" presStyleCnt="0"/>
      <dgm:spPr/>
    </dgm:pt>
    <dgm:pt modelId="{2323F553-7D54-491B-AA17-0F4D0C321247}" type="pres">
      <dgm:prSet presAssocID="{81A623B5-81C5-496D-BC05-4D15944A15F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316A17B-E236-4FA0-91B7-7EBC69D2854C}" type="pres">
      <dgm:prSet presAssocID="{BF774566-7DFB-4257-9561-CF2046ADAD72}" presName="spacer" presStyleCnt="0"/>
      <dgm:spPr/>
    </dgm:pt>
    <dgm:pt modelId="{BE7133D7-EBC0-4397-A17F-617C2369E6DF}" type="pres">
      <dgm:prSet presAssocID="{C227CB02-4F79-4BD9-A3E8-205B2D026C5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C878E5B-031B-4467-BDD1-72DED5E9D46D}" type="pres">
      <dgm:prSet presAssocID="{0AD4B1E8-81E0-4F25-9231-7819CA03A893}" presName="spacer" presStyleCnt="0"/>
      <dgm:spPr/>
    </dgm:pt>
    <dgm:pt modelId="{C8F82050-BE01-4911-B895-DD5A86408819}" type="pres">
      <dgm:prSet presAssocID="{2193C4FE-2BD8-496D-AB30-201907215B7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1695B01-BB84-4D2C-BA14-8EC820DE850A}" srcId="{EC17CFB4-4456-438C-9FEB-6ACA7DDB8754}" destId="{A01278CF-7C30-4037-9BD8-ED18550E6863}" srcOrd="3" destOrd="0" parTransId="{0FDB3234-A38F-442F-93E9-BA4A62C137EC}" sibTransId="{A38BC6E0-4311-46AF-96B3-735B8AA5ACC9}"/>
    <dgm:cxn modelId="{0601BA13-EFA5-41CB-B3D7-BB84C660CE85}" type="presOf" srcId="{EC17CFB4-4456-438C-9FEB-6ACA7DDB8754}" destId="{14366740-FE36-41B3-BDAA-0AE244F4709F}" srcOrd="0" destOrd="0" presId="urn:microsoft.com/office/officeart/2005/8/layout/vList2"/>
    <dgm:cxn modelId="{83350F1B-CE28-447B-A820-1965C975A45B}" type="presOf" srcId="{81A623B5-81C5-496D-BC05-4D15944A15F0}" destId="{2323F553-7D54-491B-AA17-0F4D0C321247}" srcOrd="0" destOrd="0" presId="urn:microsoft.com/office/officeart/2005/8/layout/vList2"/>
    <dgm:cxn modelId="{7AB1D932-50D6-440B-B5C5-02EB32C3FBE0}" srcId="{EC17CFB4-4456-438C-9FEB-6ACA7DDB8754}" destId="{DEBDA87C-E5DF-47D8-82E3-7277B9126489}" srcOrd="0" destOrd="0" parTransId="{AA736F85-6C8E-4699-B87C-3152D2B72247}" sibTransId="{4D75DB81-8405-4F59-98A4-54207C000F0F}"/>
    <dgm:cxn modelId="{D0800E3D-B712-49A1-A9A7-69AF529729CA}" srcId="{EC17CFB4-4456-438C-9FEB-6ACA7DDB8754}" destId="{2193C4FE-2BD8-496D-AB30-201907215B74}" srcOrd="6" destOrd="0" parTransId="{721605BC-373A-4B4E-8BE1-840DEC2C325D}" sibTransId="{650F4920-EEFD-4DF0-BBCC-44D12D7C1596}"/>
    <dgm:cxn modelId="{8913A351-A8F3-4A1A-918D-3020B16EA8CE}" srcId="{EC17CFB4-4456-438C-9FEB-6ACA7DDB8754}" destId="{48F8DDD1-6C90-4CD6-A3A0-492A57DFE277}" srcOrd="2" destOrd="0" parTransId="{50B11FBB-17CE-406A-9EDE-FC90EB9E3ABF}" sibTransId="{114A4B32-CDA7-4898-A1D6-4E79B95F743F}"/>
    <dgm:cxn modelId="{8C5C3558-060C-4F66-A0A1-67436DDA67D7}" type="presOf" srcId="{48F8DDD1-6C90-4CD6-A3A0-492A57DFE277}" destId="{12E51655-91F9-49F9-8769-425FED074576}" srcOrd="0" destOrd="0" presId="urn:microsoft.com/office/officeart/2005/8/layout/vList2"/>
    <dgm:cxn modelId="{4D5C9B7D-0D85-495A-98AA-D80A017B891F}" type="presOf" srcId="{2193C4FE-2BD8-496D-AB30-201907215B74}" destId="{C8F82050-BE01-4911-B895-DD5A86408819}" srcOrd="0" destOrd="0" presId="urn:microsoft.com/office/officeart/2005/8/layout/vList2"/>
    <dgm:cxn modelId="{79F897A4-9C92-4FB9-B866-6D4D7F22BA23}" srcId="{EC17CFB4-4456-438C-9FEB-6ACA7DDB8754}" destId="{C227CB02-4F79-4BD9-A3E8-205B2D026C56}" srcOrd="5" destOrd="0" parTransId="{1EC5D73F-F221-4859-8711-2F76F540F583}" sibTransId="{0AD4B1E8-81E0-4F25-9231-7819CA03A893}"/>
    <dgm:cxn modelId="{AAF433BC-0E4A-4E75-A090-ECED6E6880A8}" srcId="{EC17CFB4-4456-438C-9FEB-6ACA7DDB8754}" destId="{81A623B5-81C5-496D-BC05-4D15944A15F0}" srcOrd="4" destOrd="0" parTransId="{6E0E301F-9374-4CDD-9151-98A37EC57A0F}" sibTransId="{BF774566-7DFB-4257-9561-CF2046ADAD72}"/>
    <dgm:cxn modelId="{8C3297CA-5BFF-41DE-932C-13F7DD4CCCCA}" type="presOf" srcId="{C227CB02-4F79-4BD9-A3E8-205B2D026C56}" destId="{BE7133D7-EBC0-4397-A17F-617C2369E6DF}" srcOrd="0" destOrd="0" presId="urn:microsoft.com/office/officeart/2005/8/layout/vList2"/>
    <dgm:cxn modelId="{932482EC-7C51-4BBC-9B36-07CAF68CC0EF}" type="presOf" srcId="{287E47BE-421A-4DF3-8887-8CE0E02EA381}" destId="{543D18E3-B566-4046-B77C-EE774F464E12}" srcOrd="0" destOrd="0" presId="urn:microsoft.com/office/officeart/2005/8/layout/vList2"/>
    <dgm:cxn modelId="{C89684EF-8AB2-46DE-9689-998A1180CF1B}" type="presOf" srcId="{A01278CF-7C30-4037-9BD8-ED18550E6863}" destId="{AC7943F4-25B7-4BFA-A7D6-E66A21023649}" srcOrd="0" destOrd="0" presId="urn:microsoft.com/office/officeart/2005/8/layout/vList2"/>
    <dgm:cxn modelId="{3FFA5FF3-E0C9-4E56-8CA7-64E6334A6701}" srcId="{EC17CFB4-4456-438C-9FEB-6ACA7DDB8754}" destId="{287E47BE-421A-4DF3-8887-8CE0E02EA381}" srcOrd="1" destOrd="0" parTransId="{B14E6343-F58B-4CC2-8D56-6343DF5B142D}" sibTransId="{2FC0B134-6B10-49B9-8612-BD8B6C6F4B58}"/>
    <dgm:cxn modelId="{E6A5CDF5-881B-43A7-B5CA-DE77A29DA901}" type="presOf" srcId="{DEBDA87C-E5DF-47D8-82E3-7277B9126489}" destId="{45C5B1B5-BE59-4390-902E-6FA187258A1D}" srcOrd="0" destOrd="0" presId="urn:microsoft.com/office/officeart/2005/8/layout/vList2"/>
    <dgm:cxn modelId="{D0A8A7A1-91D1-4761-BAB8-7C058C03C18A}" type="presParOf" srcId="{14366740-FE36-41B3-BDAA-0AE244F4709F}" destId="{45C5B1B5-BE59-4390-902E-6FA187258A1D}" srcOrd="0" destOrd="0" presId="urn:microsoft.com/office/officeart/2005/8/layout/vList2"/>
    <dgm:cxn modelId="{1D62B693-D898-47D9-8F2C-37CBD7930BC5}" type="presParOf" srcId="{14366740-FE36-41B3-BDAA-0AE244F4709F}" destId="{56FCEF46-A0B6-4BCF-8E53-ACB26364D613}" srcOrd="1" destOrd="0" presId="urn:microsoft.com/office/officeart/2005/8/layout/vList2"/>
    <dgm:cxn modelId="{0616A050-37E2-4835-A7F5-16740412908E}" type="presParOf" srcId="{14366740-FE36-41B3-BDAA-0AE244F4709F}" destId="{543D18E3-B566-4046-B77C-EE774F464E12}" srcOrd="2" destOrd="0" presId="urn:microsoft.com/office/officeart/2005/8/layout/vList2"/>
    <dgm:cxn modelId="{9FE1C72C-B63D-4700-A4E1-B12DFF600FE1}" type="presParOf" srcId="{14366740-FE36-41B3-BDAA-0AE244F4709F}" destId="{9CDD56B5-EDD1-4256-81B9-5E8622291C6E}" srcOrd="3" destOrd="0" presId="urn:microsoft.com/office/officeart/2005/8/layout/vList2"/>
    <dgm:cxn modelId="{5714C909-92F1-499D-B57A-83D7C089EC9B}" type="presParOf" srcId="{14366740-FE36-41B3-BDAA-0AE244F4709F}" destId="{12E51655-91F9-49F9-8769-425FED074576}" srcOrd="4" destOrd="0" presId="urn:microsoft.com/office/officeart/2005/8/layout/vList2"/>
    <dgm:cxn modelId="{F6C9EC39-8056-4DE8-B114-C3CE310D51A3}" type="presParOf" srcId="{14366740-FE36-41B3-BDAA-0AE244F4709F}" destId="{8FA0C273-814F-470D-87A9-62E83FE0F7C3}" srcOrd="5" destOrd="0" presId="urn:microsoft.com/office/officeart/2005/8/layout/vList2"/>
    <dgm:cxn modelId="{87596CD0-3C8E-4BA0-9AD3-B08AE9FCD3FC}" type="presParOf" srcId="{14366740-FE36-41B3-BDAA-0AE244F4709F}" destId="{AC7943F4-25B7-4BFA-A7D6-E66A21023649}" srcOrd="6" destOrd="0" presId="urn:microsoft.com/office/officeart/2005/8/layout/vList2"/>
    <dgm:cxn modelId="{809A647A-A0C4-48C0-BF50-E9B4FFA0672A}" type="presParOf" srcId="{14366740-FE36-41B3-BDAA-0AE244F4709F}" destId="{F91BF586-36A3-41F3-927C-E0478C070833}" srcOrd="7" destOrd="0" presId="urn:microsoft.com/office/officeart/2005/8/layout/vList2"/>
    <dgm:cxn modelId="{0AD809FA-34D1-497A-A855-02F8CC3E1006}" type="presParOf" srcId="{14366740-FE36-41B3-BDAA-0AE244F4709F}" destId="{2323F553-7D54-491B-AA17-0F4D0C321247}" srcOrd="8" destOrd="0" presId="urn:microsoft.com/office/officeart/2005/8/layout/vList2"/>
    <dgm:cxn modelId="{D105119D-FF36-48A5-A448-5428439AB16B}" type="presParOf" srcId="{14366740-FE36-41B3-BDAA-0AE244F4709F}" destId="{9316A17B-E236-4FA0-91B7-7EBC69D2854C}" srcOrd="9" destOrd="0" presId="urn:microsoft.com/office/officeart/2005/8/layout/vList2"/>
    <dgm:cxn modelId="{40170810-372F-441C-827D-6989A3BD5AB7}" type="presParOf" srcId="{14366740-FE36-41B3-BDAA-0AE244F4709F}" destId="{BE7133D7-EBC0-4397-A17F-617C2369E6DF}" srcOrd="10" destOrd="0" presId="urn:microsoft.com/office/officeart/2005/8/layout/vList2"/>
    <dgm:cxn modelId="{80C6AE92-2A4B-4CD1-95DA-9ADF3ADDB74A}" type="presParOf" srcId="{14366740-FE36-41B3-BDAA-0AE244F4709F}" destId="{9C878E5B-031B-4467-BDD1-72DED5E9D46D}" srcOrd="11" destOrd="0" presId="urn:microsoft.com/office/officeart/2005/8/layout/vList2"/>
    <dgm:cxn modelId="{8AB81C1F-A0A0-4AAA-AEF0-2BFAAA606D5E}" type="presParOf" srcId="{14366740-FE36-41B3-BDAA-0AE244F4709F}" destId="{C8F82050-BE01-4911-B895-DD5A8640881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6898AC-2653-43F6-BA93-E9EC05FCAF15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1143254F-7265-40BB-8508-4F752EE7A39C}">
      <dgm:prSet/>
      <dgm:spPr/>
      <dgm:t>
        <a:bodyPr/>
        <a:lstStyle/>
        <a:p>
          <a:r>
            <a:rPr lang="en-US"/>
            <a:t>Implement ISO-aligned computation of WF_total = WF_blue + WF_green + WF_grey with transparent units &amp; sources.</a:t>
          </a:r>
        </a:p>
      </dgm:t>
    </dgm:pt>
    <dgm:pt modelId="{1916375D-FFB6-475A-83F2-192EA480EC79}" type="parTrans" cxnId="{8AF41565-4444-455B-8941-7ED216B49C2B}">
      <dgm:prSet/>
      <dgm:spPr/>
      <dgm:t>
        <a:bodyPr/>
        <a:lstStyle/>
        <a:p>
          <a:endParaRPr lang="en-US"/>
        </a:p>
      </dgm:t>
    </dgm:pt>
    <dgm:pt modelId="{19D8220F-3BEF-4384-8D00-3241300F1846}" type="sibTrans" cxnId="{8AF41565-4444-455B-8941-7ED216B49C2B}">
      <dgm:prSet/>
      <dgm:spPr/>
      <dgm:t>
        <a:bodyPr/>
        <a:lstStyle/>
        <a:p>
          <a:endParaRPr lang="en-US"/>
        </a:p>
      </dgm:t>
    </dgm:pt>
    <dgm:pt modelId="{6DE3FEBA-56CA-4C1F-934D-6FBE3624D71D}">
      <dgm:prSet/>
      <dgm:spPr/>
      <dgm:t>
        <a:bodyPr/>
        <a:lstStyle/>
        <a:p>
          <a:r>
            <a:rPr lang="en-US"/>
            <a:t>Provide an optional scarcity-weighted indicator using regional characterization factors (e.g., AWARE).</a:t>
          </a:r>
        </a:p>
      </dgm:t>
    </dgm:pt>
    <dgm:pt modelId="{62DEF1A3-D03C-42B7-BD80-97DAD19D0C0C}" type="parTrans" cxnId="{F3761B04-EC26-4F14-B947-7D9A478FBA22}">
      <dgm:prSet/>
      <dgm:spPr/>
      <dgm:t>
        <a:bodyPr/>
        <a:lstStyle/>
        <a:p>
          <a:endParaRPr lang="en-US"/>
        </a:p>
      </dgm:t>
    </dgm:pt>
    <dgm:pt modelId="{973C5CE8-9EBC-42AE-B94C-51F7B71A24F1}" type="sibTrans" cxnId="{F3761B04-EC26-4F14-B947-7D9A478FBA22}">
      <dgm:prSet/>
      <dgm:spPr/>
      <dgm:t>
        <a:bodyPr/>
        <a:lstStyle/>
        <a:p>
          <a:endParaRPr lang="en-US"/>
        </a:p>
      </dgm:t>
    </dgm:pt>
    <dgm:pt modelId="{58110D06-B930-49E9-B3E1-2D49998D10BC}">
      <dgm:prSet/>
      <dgm:spPr/>
      <dgm:t>
        <a:bodyPr/>
        <a:lstStyle/>
        <a:p>
          <a:r>
            <a:rPr lang="en-US"/>
            <a:t>Deliver fast, accessible UX (target ≤ 1.5 s p95 after warm cache) with English + 2 Indian languages.</a:t>
          </a:r>
        </a:p>
      </dgm:t>
    </dgm:pt>
    <dgm:pt modelId="{A48BC8E1-98F4-4C7E-B4DF-2AA8F3607340}" type="parTrans" cxnId="{90055773-747A-4009-8499-73E7EA7237C2}">
      <dgm:prSet/>
      <dgm:spPr/>
      <dgm:t>
        <a:bodyPr/>
        <a:lstStyle/>
        <a:p>
          <a:endParaRPr lang="en-US"/>
        </a:p>
      </dgm:t>
    </dgm:pt>
    <dgm:pt modelId="{4C365125-C0C8-4DC5-9AF4-4C6720165D9A}" type="sibTrans" cxnId="{90055773-747A-4009-8499-73E7EA7237C2}">
      <dgm:prSet/>
      <dgm:spPr/>
      <dgm:t>
        <a:bodyPr/>
        <a:lstStyle/>
        <a:p>
          <a:endParaRPr lang="en-US"/>
        </a:p>
      </dgm:t>
    </dgm:pt>
    <dgm:pt modelId="{50609F3E-4228-46D6-8C6F-56B18B8CA328}">
      <dgm:prSet/>
      <dgm:spPr/>
      <dgm:t>
        <a:bodyPr/>
        <a:lstStyle/>
        <a:p>
          <a:r>
            <a:rPr lang="en-US"/>
            <a:t>Enable product discovery via search &amp; barcode/image scanning; show assumptions, region, data version.</a:t>
          </a:r>
        </a:p>
      </dgm:t>
    </dgm:pt>
    <dgm:pt modelId="{3F189A05-9497-4849-925B-7CAECB09ACA6}" type="parTrans" cxnId="{ADB55140-E6A9-4F67-B36E-50FADA4B1348}">
      <dgm:prSet/>
      <dgm:spPr/>
      <dgm:t>
        <a:bodyPr/>
        <a:lstStyle/>
        <a:p>
          <a:endParaRPr lang="en-US"/>
        </a:p>
      </dgm:t>
    </dgm:pt>
    <dgm:pt modelId="{8B240275-AB01-4290-9081-B1CB44F7332A}" type="sibTrans" cxnId="{ADB55140-E6A9-4F67-B36E-50FADA4B1348}">
      <dgm:prSet/>
      <dgm:spPr/>
      <dgm:t>
        <a:bodyPr/>
        <a:lstStyle/>
        <a:p>
          <a:endParaRPr lang="en-US"/>
        </a:p>
      </dgm:t>
    </dgm:pt>
    <dgm:pt modelId="{E7D33510-B686-4D42-8FB3-FFC5C77E6204}">
      <dgm:prSet/>
      <dgm:spPr/>
      <dgm:t>
        <a:bodyPr/>
        <a:lstStyle/>
        <a:p>
          <a:r>
            <a:rPr lang="en-US"/>
            <a:t>Governance: dataset versioning, changelogs, integrity hashes; reproducible ETL.</a:t>
          </a:r>
        </a:p>
      </dgm:t>
    </dgm:pt>
    <dgm:pt modelId="{5BE0A225-EB57-4B58-83FA-BD4741CB4665}" type="parTrans" cxnId="{096CBA7E-5176-45A2-AE80-DB50BF15F88D}">
      <dgm:prSet/>
      <dgm:spPr/>
      <dgm:t>
        <a:bodyPr/>
        <a:lstStyle/>
        <a:p>
          <a:endParaRPr lang="en-US"/>
        </a:p>
      </dgm:t>
    </dgm:pt>
    <dgm:pt modelId="{AA3DA7DC-974E-41B8-A838-7E780EF5FFFF}" type="sibTrans" cxnId="{096CBA7E-5176-45A2-AE80-DB50BF15F88D}">
      <dgm:prSet/>
      <dgm:spPr/>
      <dgm:t>
        <a:bodyPr/>
        <a:lstStyle/>
        <a:p>
          <a:endParaRPr lang="en-US"/>
        </a:p>
      </dgm:t>
    </dgm:pt>
    <dgm:pt modelId="{1F79C9C5-D65F-4551-AB7F-47DE28CACB95}" type="pres">
      <dgm:prSet presAssocID="{8B6898AC-2653-43F6-BA93-E9EC05FCAF15}" presName="linear" presStyleCnt="0">
        <dgm:presLayoutVars>
          <dgm:animLvl val="lvl"/>
          <dgm:resizeHandles val="exact"/>
        </dgm:presLayoutVars>
      </dgm:prSet>
      <dgm:spPr/>
    </dgm:pt>
    <dgm:pt modelId="{3768D4AA-C6B0-4217-BA00-3A8A083267DC}" type="pres">
      <dgm:prSet presAssocID="{1143254F-7265-40BB-8508-4F752EE7A39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E547E1-FC2A-4A11-A947-CE9BB0FF1A67}" type="pres">
      <dgm:prSet presAssocID="{19D8220F-3BEF-4384-8D00-3241300F1846}" presName="spacer" presStyleCnt="0"/>
      <dgm:spPr/>
    </dgm:pt>
    <dgm:pt modelId="{C82067B5-D182-44C8-8A5C-5CD167A84094}" type="pres">
      <dgm:prSet presAssocID="{6DE3FEBA-56CA-4C1F-934D-6FBE3624D71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119FD49-CB53-41DE-BAC4-6B126DFABA1C}" type="pres">
      <dgm:prSet presAssocID="{973C5CE8-9EBC-42AE-B94C-51F7B71A24F1}" presName="spacer" presStyleCnt="0"/>
      <dgm:spPr/>
    </dgm:pt>
    <dgm:pt modelId="{DED924D5-F2D3-407A-A4CF-B844554DEFE6}" type="pres">
      <dgm:prSet presAssocID="{58110D06-B930-49E9-B3E1-2D49998D10B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01E1CB-E80F-4C05-84E3-934A7DE47D90}" type="pres">
      <dgm:prSet presAssocID="{4C365125-C0C8-4DC5-9AF4-4C6720165D9A}" presName="spacer" presStyleCnt="0"/>
      <dgm:spPr/>
    </dgm:pt>
    <dgm:pt modelId="{A7C05DDB-54C0-493C-B3EC-F6D43424852B}" type="pres">
      <dgm:prSet presAssocID="{50609F3E-4228-46D6-8C6F-56B18B8CA3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B53C8AB-5119-40D5-887F-44164C7DD47E}" type="pres">
      <dgm:prSet presAssocID="{8B240275-AB01-4290-9081-B1CB44F7332A}" presName="spacer" presStyleCnt="0"/>
      <dgm:spPr/>
    </dgm:pt>
    <dgm:pt modelId="{F843BE3A-CFB9-4C5C-AB8A-DC1612F5516F}" type="pres">
      <dgm:prSet presAssocID="{E7D33510-B686-4D42-8FB3-FFC5C77E620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3761B04-EC26-4F14-B947-7D9A478FBA22}" srcId="{8B6898AC-2653-43F6-BA93-E9EC05FCAF15}" destId="{6DE3FEBA-56CA-4C1F-934D-6FBE3624D71D}" srcOrd="1" destOrd="0" parTransId="{62DEF1A3-D03C-42B7-BD80-97DAD19D0C0C}" sibTransId="{973C5CE8-9EBC-42AE-B94C-51F7B71A24F1}"/>
    <dgm:cxn modelId="{ADB55140-E6A9-4F67-B36E-50FADA4B1348}" srcId="{8B6898AC-2653-43F6-BA93-E9EC05FCAF15}" destId="{50609F3E-4228-46D6-8C6F-56B18B8CA328}" srcOrd="3" destOrd="0" parTransId="{3F189A05-9497-4849-925B-7CAECB09ACA6}" sibTransId="{8B240275-AB01-4290-9081-B1CB44F7332A}"/>
    <dgm:cxn modelId="{8AF41565-4444-455B-8941-7ED216B49C2B}" srcId="{8B6898AC-2653-43F6-BA93-E9EC05FCAF15}" destId="{1143254F-7265-40BB-8508-4F752EE7A39C}" srcOrd="0" destOrd="0" parTransId="{1916375D-FFB6-475A-83F2-192EA480EC79}" sibTransId="{19D8220F-3BEF-4384-8D00-3241300F1846}"/>
    <dgm:cxn modelId="{90055773-747A-4009-8499-73E7EA7237C2}" srcId="{8B6898AC-2653-43F6-BA93-E9EC05FCAF15}" destId="{58110D06-B930-49E9-B3E1-2D49998D10BC}" srcOrd="2" destOrd="0" parTransId="{A48BC8E1-98F4-4C7E-B4DF-2AA8F3607340}" sibTransId="{4C365125-C0C8-4DC5-9AF4-4C6720165D9A}"/>
    <dgm:cxn modelId="{096CBA7E-5176-45A2-AE80-DB50BF15F88D}" srcId="{8B6898AC-2653-43F6-BA93-E9EC05FCAF15}" destId="{E7D33510-B686-4D42-8FB3-FFC5C77E6204}" srcOrd="4" destOrd="0" parTransId="{5BE0A225-EB57-4B58-83FA-BD4741CB4665}" sibTransId="{AA3DA7DC-974E-41B8-A838-7E780EF5FFFF}"/>
    <dgm:cxn modelId="{29633888-AB14-4C31-8A79-8594AB778C84}" type="presOf" srcId="{58110D06-B930-49E9-B3E1-2D49998D10BC}" destId="{DED924D5-F2D3-407A-A4CF-B844554DEFE6}" srcOrd="0" destOrd="0" presId="urn:microsoft.com/office/officeart/2005/8/layout/vList2"/>
    <dgm:cxn modelId="{4961E2A6-BBA2-4FAA-B71E-5E57ED7CDA75}" type="presOf" srcId="{6DE3FEBA-56CA-4C1F-934D-6FBE3624D71D}" destId="{C82067B5-D182-44C8-8A5C-5CD167A84094}" srcOrd="0" destOrd="0" presId="urn:microsoft.com/office/officeart/2005/8/layout/vList2"/>
    <dgm:cxn modelId="{59D28FA9-2158-4704-A3A9-9E986216AAA2}" type="presOf" srcId="{1143254F-7265-40BB-8508-4F752EE7A39C}" destId="{3768D4AA-C6B0-4217-BA00-3A8A083267DC}" srcOrd="0" destOrd="0" presId="urn:microsoft.com/office/officeart/2005/8/layout/vList2"/>
    <dgm:cxn modelId="{D3CC8DAF-F02C-4DA8-B414-7AAB5A832176}" type="presOf" srcId="{8B6898AC-2653-43F6-BA93-E9EC05FCAF15}" destId="{1F79C9C5-D65F-4551-AB7F-47DE28CACB95}" srcOrd="0" destOrd="0" presId="urn:microsoft.com/office/officeart/2005/8/layout/vList2"/>
    <dgm:cxn modelId="{3BF592C3-F117-4933-BA8E-B6D188E70DC0}" type="presOf" srcId="{E7D33510-B686-4D42-8FB3-FFC5C77E6204}" destId="{F843BE3A-CFB9-4C5C-AB8A-DC1612F5516F}" srcOrd="0" destOrd="0" presId="urn:microsoft.com/office/officeart/2005/8/layout/vList2"/>
    <dgm:cxn modelId="{443727DC-8F36-459B-8ED7-D87F2365A811}" type="presOf" srcId="{50609F3E-4228-46D6-8C6F-56B18B8CA328}" destId="{A7C05DDB-54C0-493C-B3EC-F6D43424852B}" srcOrd="0" destOrd="0" presId="urn:microsoft.com/office/officeart/2005/8/layout/vList2"/>
    <dgm:cxn modelId="{3E5982C8-E549-4480-8967-031D7664AA8C}" type="presParOf" srcId="{1F79C9C5-D65F-4551-AB7F-47DE28CACB95}" destId="{3768D4AA-C6B0-4217-BA00-3A8A083267DC}" srcOrd="0" destOrd="0" presId="urn:microsoft.com/office/officeart/2005/8/layout/vList2"/>
    <dgm:cxn modelId="{15B78B94-5A88-4D29-B2C2-917B8E2CF072}" type="presParOf" srcId="{1F79C9C5-D65F-4551-AB7F-47DE28CACB95}" destId="{A4E547E1-FC2A-4A11-A947-CE9BB0FF1A67}" srcOrd="1" destOrd="0" presId="urn:microsoft.com/office/officeart/2005/8/layout/vList2"/>
    <dgm:cxn modelId="{2CE6CB02-F051-4AEA-8139-DE654DEC00F9}" type="presParOf" srcId="{1F79C9C5-D65F-4551-AB7F-47DE28CACB95}" destId="{C82067B5-D182-44C8-8A5C-5CD167A84094}" srcOrd="2" destOrd="0" presId="urn:microsoft.com/office/officeart/2005/8/layout/vList2"/>
    <dgm:cxn modelId="{0ED18FAE-3A17-4F19-B10F-BED91467D596}" type="presParOf" srcId="{1F79C9C5-D65F-4551-AB7F-47DE28CACB95}" destId="{0119FD49-CB53-41DE-BAC4-6B126DFABA1C}" srcOrd="3" destOrd="0" presId="urn:microsoft.com/office/officeart/2005/8/layout/vList2"/>
    <dgm:cxn modelId="{B1FE5ED3-D8D2-4569-B3A7-1D8BFB38EA4B}" type="presParOf" srcId="{1F79C9C5-D65F-4551-AB7F-47DE28CACB95}" destId="{DED924D5-F2D3-407A-A4CF-B844554DEFE6}" srcOrd="4" destOrd="0" presId="urn:microsoft.com/office/officeart/2005/8/layout/vList2"/>
    <dgm:cxn modelId="{22EDA76D-14E0-45E4-8446-55C07C3C2E3A}" type="presParOf" srcId="{1F79C9C5-D65F-4551-AB7F-47DE28CACB95}" destId="{E401E1CB-E80F-4C05-84E3-934A7DE47D90}" srcOrd="5" destOrd="0" presId="urn:microsoft.com/office/officeart/2005/8/layout/vList2"/>
    <dgm:cxn modelId="{CFE0EDEF-3347-42B8-8743-32E0B76AF5B8}" type="presParOf" srcId="{1F79C9C5-D65F-4551-AB7F-47DE28CACB95}" destId="{A7C05DDB-54C0-493C-B3EC-F6D43424852B}" srcOrd="6" destOrd="0" presId="urn:microsoft.com/office/officeart/2005/8/layout/vList2"/>
    <dgm:cxn modelId="{07838416-3BF0-4854-9154-75E04790C903}" type="presParOf" srcId="{1F79C9C5-D65F-4551-AB7F-47DE28CACB95}" destId="{CB53C8AB-5119-40D5-887F-44164C7DD47E}" srcOrd="7" destOrd="0" presId="urn:microsoft.com/office/officeart/2005/8/layout/vList2"/>
    <dgm:cxn modelId="{0128EDAF-EE59-4D50-9071-014BB4C495CB}" type="presParOf" srcId="{1F79C9C5-D65F-4551-AB7F-47DE28CACB95}" destId="{F843BE3A-CFB9-4C5C-AB8A-DC1612F5516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A9B657-851F-4284-B1A4-93098401986E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0E31CA61-8119-4686-B2AA-52859B414CEF}">
      <dgm:prSet/>
      <dgm:spPr/>
      <dgm:t>
        <a:bodyPr/>
        <a:lstStyle/>
        <a:p>
          <a:r>
            <a:rPr lang="en-US" dirty="0"/>
            <a:t>Coarse global averages; limited regionalization and unclear data lineage.</a:t>
          </a:r>
        </a:p>
      </dgm:t>
    </dgm:pt>
    <dgm:pt modelId="{A5222FAB-E808-4EBF-9C5A-6A23689AA663}" type="parTrans" cxnId="{988FAADC-75E1-4530-BEA4-0C7A486B96BC}">
      <dgm:prSet/>
      <dgm:spPr/>
      <dgm:t>
        <a:bodyPr/>
        <a:lstStyle/>
        <a:p>
          <a:endParaRPr lang="en-US"/>
        </a:p>
      </dgm:t>
    </dgm:pt>
    <dgm:pt modelId="{49D39DA7-F658-4365-9C88-9581E0625F11}" type="sibTrans" cxnId="{988FAADC-75E1-4530-BEA4-0C7A486B96BC}">
      <dgm:prSet/>
      <dgm:spPr/>
      <dgm:t>
        <a:bodyPr/>
        <a:lstStyle/>
        <a:p>
          <a:endParaRPr lang="en-US"/>
        </a:p>
      </dgm:t>
    </dgm:pt>
    <dgm:pt modelId="{1E81BA07-F23A-495A-8A4C-80ADE58EC84A}">
      <dgm:prSet/>
      <dgm:spPr/>
      <dgm:t>
        <a:bodyPr/>
        <a:lstStyle/>
        <a:p>
          <a:r>
            <a:rPr lang="en-US"/>
            <a:t>Missing blue/green/grey breakdown and absent scarcity characterization view.</a:t>
          </a:r>
        </a:p>
      </dgm:t>
    </dgm:pt>
    <dgm:pt modelId="{6AE26363-62DB-4B6E-98FC-91EA744150E4}" type="parTrans" cxnId="{677E88B2-8F1C-4F22-B76F-B60429A1F818}">
      <dgm:prSet/>
      <dgm:spPr/>
      <dgm:t>
        <a:bodyPr/>
        <a:lstStyle/>
        <a:p>
          <a:endParaRPr lang="en-US"/>
        </a:p>
      </dgm:t>
    </dgm:pt>
    <dgm:pt modelId="{142FDAF2-3D09-4B8D-ADEC-9236016B2F5E}" type="sibTrans" cxnId="{677E88B2-8F1C-4F22-B76F-B60429A1F818}">
      <dgm:prSet/>
      <dgm:spPr/>
      <dgm:t>
        <a:bodyPr/>
        <a:lstStyle/>
        <a:p>
          <a:endParaRPr lang="en-US"/>
        </a:p>
      </dgm:t>
    </dgm:pt>
    <dgm:pt modelId="{2180AE57-5334-43F0-A89F-92DF4A3B43D9}">
      <dgm:prSet/>
      <dgm:spPr/>
      <dgm:t>
        <a:bodyPr/>
        <a:lstStyle/>
        <a:p>
          <a:r>
            <a:rPr lang="en-US"/>
            <a:t>Weak provenance and transparency of assumptions and datasets.</a:t>
          </a:r>
        </a:p>
      </dgm:t>
    </dgm:pt>
    <dgm:pt modelId="{AC09271C-3C9F-46D7-B2D3-3BC2E2399C11}" type="parTrans" cxnId="{2B2A8061-377E-4AA9-8E74-BFC9E692515E}">
      <dgm:prSet/>
      <dgm:spPr/>
      <dgm:t>
        <a:bodyPr/>
        <a:lstStyle/>
        <a:p>
          <a:endParaRPr lang="en-US"/>
        </a:p>
      </dgm:t>
    </dgm:pt>
    <dgm:pt modelId="{210D211E-A592-4BDB-8265-3A7062C8F0C8}" type="sibTrans" cxnId="{2B2A8061-377E-4AA9-8E74-BFC9E692515E}">
      <dgm:prSet/>
      <dgm:spPr/>
      <dgm:t>
        <a:bodyPr/>
        <a:lstStyle/>
        <a:p>
          <a:endParaRPr lang="en-US"/>
        </a:p>
      </dgm:t>
    </dgm:pt>
    <dgm:pt modelId="{4E4A59FA-518F-44F2-BBC1-F1572EF403AD}">
      <dgm:prSet/>
      <dgm:spPr/>
      <dgm:t>
        <a:bodyPr/>
        <a:lstStyle/>
        <a:p>
          <a:r>
            <a:rPr lang="en-US"/>
            <a:t>Limited local-language support; little or no scanning capability.</a:t>
          </a:r>
        </a:p>
      </dgm:t>
    </dgm:pt>
    <dgm:pt modelId="{56559A63-B186-423A-B118-4D3FFBAD7C0A}" type="parTrans" cxnId="{D9DC1E9F-A920-4D85-97AF-A6DDD7888978}">
      <dgm:prSet/>
      <dgm:spPr/>
      <dgm:t>
        <a:bodyPr/>
        <a:lstStyle/>
        <a:p>
          <a:endParaRPr lang="en-US"/>
        </a:p>
      </dgm:t>
    </dgm:pt>
    <dgm:pt modelId="{B96AFA1E-AA23-45BD-85CC-676D01ADABEA}" type="sibTrans" cxnId="{D9DC1E9F-A920-4D85-97AF-A6DDD7888978}">
      <dgm:prSet/>
      <dgm:spPr/>
      <dgm:t>
        <a:bodyPr/>
        <a:lstStyle/>
        <a:p>
          <a:endParaRPr lang="en-US"/>
        </a:p>
      </dgm:t>
    </dgm:pt>
    <dgm:pt modelId="{60D0475B-CD80-423D-A77E-DBED9F06F74A}">
      <dgm:prSet/>
      <dgm:spPr/>
      <dgm:t>
        <a:bodyPr/>
        <a:lstStyle/>
        <a:p>
          <a:r>
            <a:rPr lang="en-US"/>
            <a:t>Few actionable alternatives or “what-if” comparisons for users.</a:t>
          </a:r>
        </a:p>
      </dgm:t>
    </dgm:pt>
    <dgm:pt modelId="{A2FC544A-7740-4826-8F5D-E2614FD2520E}" type="parTrans" cxnId="{431FB665-3278-44DA-AE7D-033DEEC283D2}">
      <dgm:prSet/>
      <dgm:spPr/>
      <dgm:t>
        <a:bodyPr/>
        <a:lstStyle/>
        <a:p>
          <a:endParaRPr lang="en-US"/>
        </a:p>
      </dgm:t>
    </dgm:pt>
    <dgm:pt modelId="{CC625584-8F98-4166-A3CF-052FA41C5A19}" type="sibTrans" cxnId="{431FB665-3278-44DA-AE7D-033DEEC283D2}">
      <dgm:prSet/>
      <dgm:spPr/>
      <dgm:t>
        <a:bodyPr/>
        <a:lstStyle/>
        <a:p>
          <a:endParaRPr lang="en-US"/>
        </a:p>
      </dgm:t>
    </dgm:pt>
    <dgm:pt modelId="{9A075763-721D-4C2F-9F45-80C8D9ABE801}" type="pres">
      <dgm:prSet presAssocID="{D0A9B657-851F-4284-B1A4-93098401986E}" presName="linear" presStyleCnt="0">
        <dgm:presLayoutVars>
          <dgm:animLvl val="lvl"/>
          <dgm:resizeHandles val="exact"/>
        </dgm:presLayoutVars>
      </dgm:prSet>
      <dgm:spPr/>
    </dgm:pt>
    <dgm:pt modelId="{E6152963-000E-4891-BB0C-2DBCD405B6A1}" type="pres">
      <dgm:prSet presAssocID="{0E31CA61-8119-4686-B2AA-52859B414CE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558D42E-8AFB-431D-BCE7-121D1EEE6E17}" type="pres">
      <dgm:prSet presAssocID="{49D39DA7-F658-4365-9C88-9581E0625F11}" presName="spacer" presStyleCnt="0"/>
      <dgm:spPr/>
    </dgm:pt>
    <dgm:pt modelId="{59F08BCD-49E4-4F29-86F6-3C3FB5874B47}" type="pres">
      <dgm:prSet presAssocID="{1E81BA07-F23A-495A-8A4C-80ADE58EC84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C40826-BEA2-4BED-89B5-4FB83E55EB13}" type="pres">
      <dgm:prSet presAssocID="{142FDAF2-3D09-4B8D-ADEC-9236016B2F5E}" presName="spacer" presStyleCnt="0"/>
      <dgm:spPr/>
    </dgm:pt>
    <dgm:pt modelId="{BA9867C6-0A59-4EBE-9485-CC36B09903C2}" type="pres">
      <dgm:prSet presAssocID="{2180AE57-5334-43F0-A89F-92DF4A3B43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5B182B1-0F57-44C0-8A1C-5CC8CAB7769A}" type="pres">
      <dgm:prSet presAssocID="{210D211E-A592-4BDB-8265-3A7062C8F0C8}" presName="spacer" presStyleCnt="0"/>
      <dgm:spPr/>
    </dgm:pt>
    <dgm:pt modelId="{BDB4B8CC-50EC-4611-8BB2-4690012E2BE3}" type="pres">
      <dgm:prSet presAssocID="{4E4A59FA-518F-44F2-BBC1-F1572EF403A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5D052D9-182C-4156-A8B7-99CB913E9426}" type="pres">
      <dgm:prSet presAssocID="{B96AFA1E-AA23-45BD-85CC-676D01ADABEA}" presName="spacer" presStyleCnt="0"/>
      <dgm:spPr/>
    </dgm:pt>
    <dgm:pt modelId="{0121EE47-5808-44D3-918B-A2E38D2E196C}" type="pres">
      <dgm:prSet presAssocID="{60D0475B-CD80-423D-A77E-DBED9F06F74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7036A60-04C0-4FA2-ACCF-2ABD01FA2B58}" type="presOf" srcId="{2180AE57-5334-43F0-A89F-92DF4A3B43D9}" destId="{BA9867C6-0A59-4EBE-9485-CC36B09903C2}" srcOrd="0" destOrd="0" presId="urn:microsoft.com/office/officeart/2005/8/layout/vList2"/>
    <dgm:cxn modelId="{2B2A8061-377E-4AA9-8E74-BFC9E692515E}" srcId="{D0A9B657-851F-4284-B1A4-93098401986E}" destId="{2180AE57-5334-43F0-A89F-92DF4A3B43D9}" srcOrd="2" destOrd="0" parTransId="{AC09271C-3C9F-46D7-B2D3-3BC2E2399C11}" sibTransId="{210D211E-A592-4BDB-8265-3A7062C8F0C8}"/>
    <dgm:cxn modelId="{8AF2B241-679C-4B58-A3DB-E08BEC95CCEE}" type="presOf" srcId="{0E31CA61-8119-4686-B2AA-52859B414CEF}" destId="{E6152963-000E-4891-BB0C-2DBCD405B6A1}" srcOrd="0" destOrd="0" presId="urn:microsoft.com/office/officeart/2005/8/layout/vList2"/>
    <dgm:cxn modelId="{431FB665-3278-44DA-AE7D-033DEEC283D2}" srcId="{D0A9B657-851F-4284-B1A4-93098401986E}" destId="{60D0475B-CD80-423D-A77E-DBED9F06F74A}" srcOrd="4" destOrd="0" parTransId="{A2FC544A-7740-4826-8F5D-E2614FD2520E}" sibTransId="{CC625584-8F98-4166-A3CF-052FA41C5A19}"/>
    <dgm:cxn modelId="{F8F0D387-DC89-465E-B5CC-3E3E3921568B}" type="presOf" srcId="{1E81BA07-F23A-495A-8A4C-80ADE58EC84A}" destId="{59F08BCD-49E4-4F29-86F6-3C3FB5874B47}" srcOrd="0" destOrd="0" presId="urn:microsoft.com/office/officeart/2005/8/layout/vList2"/>
    <dgm:cxn modelId="{0191F398-E820-4405-8168-4AAFBC42D810}" type="presOf" srcId="{4E4A59FA-518F-44F2-BBC1-F1572EF403AD}" destId="{BDB4B8CC-50EC-4611-8BB2-4690012E2BE3}" srcOrd="0" destOrd="0" presId="urn:microsoft.com/office/officeart/2005/8/layout/vList2"/>
    <dgm:cxn modelId="{D9DC1E9F-A920-4D85-97AF-A6DDD7888978}" srcId="{D0A9B657-851F-4284-B1A4-93098401986E}" destId="{4E4A59FA-518F-44F2-BBC1-F1572EF403AD}" srcOrd="3" destOrd="0" parTransId="{56559A63-B186-423A-B118-4D3FFBAD7C0A}" sibTransId="{B96AFA1E-AA23-45BD-85CC-676D01ADABEA}"/>
    <dgm:cxn modelId="{242ECBA5-B807-443D-BDC2-A50F8096B00A}" type="presOf" srcId="{D0A9B657-851F-4284-B1A4-93098401986E}" destId="{9A075763-721D-4C2F-9F45-80C8D9ABE801}" srcOrd="0" destOrd="0" presId="urn:microsoft.com/office/officeart/2005/8/layout/vList2"/>
    <dgm:cxn modelId="{677E88B2-8F1C-4F22-B76F-B60429A1F818}" srcId="{D0A9B657-851F-4284-B1A4-93098401986E}" destId="{1E81BA07-F23A-495A-8A4C-80ADE58EC84A}" srcOrd="1" destOrd="0" parTransId="{6AE26363-62DB-4B6E-98FC-91EA744150E4}" sibTransId="{142FDAF2-3D09-4B8D-ADEC-9236016B2F5E}"/>
    <dgm:cxn modelId="{CA5374D7-9225-4158-862D-E3CA78E86247}" type="presOf" srcId="{60D0475B-CD80-423D-A77E-DBED9F06F74A}" destId="{0121EE47-5808-44D3-918B-A2E38D2E196C}" srcOrd="0" destOrd="0" presId="urn:microsoft.com/office/officeart/2005/8/layout/vList2"/>
    <dgm:cxn modelId="{988FAADC-75E1-4530-BEA4-0C7A486B96BC}" srcId="{D0A9B657-851F-4284-B1A4-93098401986E}" destId="{0E31CA61-8119-4686-B2AA-52859B414CEF}" srcOrd="0" destOrd="0" parTransId="{A5222FAB-E808-4EBF-9C5A-6A23689AA663}" sibTransId="{49D39DA7-F658-4365-9C88-9581E0625F11}"/>
    <dgm:cxn modelId="{B1768891-0557-4515-8AF5-36C41D8C5073}" type="presParOf" srcId="{9A075763-721D-4C2F-9F45-80C8D9ABE801}" destId="{E6152963-000E-4891-BB0C-2DBCD405B6A1}" srcOrd="0" destOrd="0" presId="urn:microsoft.com/office/officeart/2005/8/layout/vList2"/>
    <dgm:cxn modelId="{382B9BA5-649E-497A-B454-ABC9B3FAA44B}" type="presParOf" srcId="{9A075763-721D-4C2F-9F45-80C8D9ABE801}" destId="{B558D42E-8AFB-431D-BCE7-121D1EEE6E17}" srcOrd="1" destOrd="0" presId="urn:microsoft.com/office/officeart/2005/8/layout/vList2"/>
    <dgm:cxn modelId="{C4030820-E5ED-483E-8229-BE2170DE25FD}" type="presParOf" srcId="{9A075763-721D-4C2F-9F45-80C8D9ABE801}" destId="{59F08BCD-49E4-4F29-86F6-3C3FB5874B47}" srcOrd="2" destOrd="0" presId="urn:microsoft.com/office/officeart/2005/8/layout/vList2"/>
    <dgm:cxn modelId="{B0467C16-92DA-4D34-AFD9-95FDD30B08AA}" type="presParOf" srcId="{9A075763-721D-4C2F-9F45-80C8D9ABE801}" destId="{7AC40826-BEA2-4BED-89B5-4FB83E55EB13}" srcOrd="3" destOrd="0" presId="urn:microsoft.com/office/officeart/2005/8/layout/vList2"/>
    <dgm:cxn modelId="{313EDF43-0A0F-4726-9842-DE9C3673C306}" type="presParOf" srcId="{9A075763-721D-4C2F-9F45-80C8D9ABE801}" destId="{BA9867C6-0A59-4EBE-9485-CC36B09903C2}" srcOrd="4" destOrd="0" presId="urn:microsoft.com/office/officeart/2005/8/layout/vList2"/>
    <dgm:cxn modelId="{5DF3D9E8-91F7-4A13-BF28-C32F0DD6F992}" type="presParOf" srcId="{9A075763-721D-4C2F-9F45-80C8D9ABE801}" destId="{15B182B1-0F57-44C0-8A1C-5CC8CAB7769A}" srcOrd="5" destOrd="0" presId="urn:microsoft.com/office/officeart/2005/8/layout/vList2"/>
    <dgm:cxn modelId="{2D6E61A9-7FBC-46AA-8EFE-F28A1CF617D9}" type="presParOf" srcId="{9A075763-721D-4C2F-9F45-80C8D9ABE801}" destId="{BDB4B8CC-50EC-4611-8BB2-4690012E2BE3}" srcOrd="6" destOrd="0" presId="urn:microsoft.com/office/officeart/2005/8/layout/vList2"/>
    <dgm:cxn modelId="{D214D8F7-2CCA-44B5-BFE3-7138429501AC}" type="presParOf" srcId="{9A075763-721D-4C2F-9F45-80C8D9ABE801}" destId="{B5D052D9-182C-4156-A8B7-99CB913E9426}" srcOrd="7" destOrd="0" presId="urn:microsoft.com/office/officeart/2005/8/layout/vList2"/>
    <dgm:cxn modelId="{FE55D4E1-669B-436E-87C5-1E2FBA917FAB}" type="presParOf" srcId="{9A075763-721D-4C2F-9F45-80C8D9ABE801}" destId="{0121EE47-5808-44D3-918B-A2E38D2E196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38D975-2393-4D2B-834A-5B812F54249D}" type="doc">
      <dgm:prSet loTypeId="urn:microsoft.com/office/officeart/2005/8/layout/vList5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65EB0B4B-E293-4BDF-80FC-8F95DDF8C4DD}">
      <dgm:prSet/>
      <dgm:spPr/>
      <dgm:t>
        <a:bodyPr/>
        <a:lstStyle/>
        <a:p>
          <a:r>
            <a:rPr lang="en-US"/>
            <a:t>Definitions:</a:t>
          </a:r>
        </a:p>
      </dgm:t>
    </dgm:pt>
    <dgm:pt modelId="{6F43D9D0-71D2-47B1-85FB-33E64459A95B}" type="parTrans" cxnId="{36CA36BC-0051-4C29-A01C-66A88C4E033E}">
      <dgm:prSet/>
      <dgm:spPr/>
      <dgm:t>
        <a:bodyPr/>
        <a:lstStyle/>
        <a:p>
          <a:endParaRPr lang="en-US"/>
        </a:p>
      </dgm:t>
    </dgm:pt>
    <dgm:pt modelId="{7CE810D9-6D93-43F9-B425-C4677D05D38D}" type="sibTrans" cxnId="{36CA36BC-0051-4C29-A01C-66A88C4E033E}">
      <dgm:prSet/>
      <dgm:spPr/>
      <dgm:t>
        <a:bodyPr/>
        <a:lstStyle/>
        <a:p>
          <a:endParaRPr lang="en-US"/>
        </a:p>
      </dgm:t>
    </dgm:pt>
    <dgm:pt modelId="{5996504D-61C2-4FD4-AFEA-EDD1A15799B4}">
      <dgm:prSet/>
      <dgm:spPr/>
      <dgm:t>
        <a:bodyPr/>
        <a:lstStyle/>
        <a:p>
          <a:r>
            <a:rPr lang="en-US"/>
            <a:t>WF_green: rainwater in soil used by crops.</a:t>
          </a:r>
        </a:p>
      </dgm:t>
    </dgm:pt>
    <dgm:pt modelId="{514057E8-2DA3-4FBC-9A50-7FA2B753E779}" type="parTrans" cxnId="{96B79FE7-7BFC-45E8-9F99-6B97B09CA4EA}">
      <dgm:prSet/>
      <dgm:spPr/>
      <dgm:t>
        <a:bodyPr/>
        <a:lstStyle/>
        <a:p>
          <a:endParaRPr lang="en-US"/>
        </a:p>
      </dgm:t>
    </dgm:pt>
    <dgm:pt modelId="{2ACB9BDC-FCED-4CF9-9557-6909A3D86196}" type="sibTrans" cxnId="{96B79FE7-7BFC-45E8-9F99-6B97B09CA4EA}">
      <dgm:prSet/>
      <dgm:spPr/>
      <dgm:t>
        <a:bodyPr/>
        <a:lstStyle/>
        <a:p>
          <a:endParaRPr lang="en-US"/>
        </a:p>
      </dgm:t>
    </dgm:pt>
    <dgm:pt modelId="{E17C48B3-4496-4779-BA7E-AF0C4A50F055}">
      <dgm:prSet/>
      <dgm:spPr/>
      <dgm:t>
        <a:bodyPr/>
        <a:lstStyle/>
        <a:p>
          <a:r>
            <a:rPr lang="en-US"/>
            <a:t>WF_blue: surface/groundwater consumed (not returned same time/place/quality).</a:t>
          </a:r>
        </a:p>
      </dgm:t>
    </dgm:pt>
    <dgm:pt modelId="{55E2797B-BC5B-40C0-8078-1385B4B6826D}" type="parTrans" cxnId="{5460CEBD-22EF-4FAB-816F-2EB66E4B71B0}">
      <dgm:prSet/>
      <dgm:spPr/>
      <dgm:t>
        <a:bodyPr/>
        <a:lstStyle/>
        <a:p>
          <a:endParaRPr lang="en-US"/>
        </a:p>
      </dgm:t>
    </dgm:pt>
    <dgm:pt modelId="{F4CCBA08-DEEF-4696-BB38-E36E7A1E8BE6}" type="sibTrans" cxnId="{5460CEBD-22EF-4FAB-816F-2EB66E4B71B0}">
      <dgm:prSet/>
      <dgm:spPr/>
      <dgm:t>
        <a:bodyPr/>
        <a:lstStyle/>
        <a:p>
          <a:endParaRPr lang="en-US"/>
        </a:p>
      </dgm:t>
    </dgm:pt>
    <dgm:pt modelId="{98FB9B74-7188-4E98-97E8-4ADF8E4FC6EE}">
      <dgm:prSet/>
      <dgm:spPr/>
      <dgm:t>
        <a:bodyPr/>
        <a:lstStyle/>
        <a:p>
          <a:r>
            <a:rPr lang="en-US"/>
            <a:t>WF_grey: water needed to dilute pollutants to standards.</a:t>
          </a:r>
        </a:p>
      </dgm:t>
    </dgm:pt>
    <dgm:pt modelId="{EEE11833-F1B4-4156-A29A-352527093914}" type="parTrans" cxnId="{66E83FAB-967B-4380-BC2F-B8051E01FEDA}">
      <dgm:prSet/>
      <dgm:spPr/>
      <dgm:t>
        <a:bodyPr/>
        <a:lstStyle/>
        <a:p>
          <a:endParaRPr lang="en-US"/>
        </a:p>
      </dgm:t>
    </dgm:pt>
    <dgm:pt modelId="{4BA4C316-7DBF-451F-82A2-09C6316C3E59}" type="sibTrans" cxnId="{66E83FAB-967B-4380-BC2F-B8051E01FEDA}">
      <dgm:prSet/>
      <dgm:spPr/>
      <dgm:t>
        <a:bodyPr/>
        <a:lstStyle/>
        <a:p>
          <a:endParaRPr lang="en-US"/>
        </a:p>
      </dgm:t>
    </dgm:pt>
    <dgm:pt modelId="{D9D0CB83-CDAE-4C70-B723-09DCEBAF7C96}">
      <dgm:prSet/>
      <dgm:spPr/>
      <dgm:t>
        <a:bodyPr/>
        <a:lstStyle/>
        <a:p>
          <a:r>
            <a:rPr lang="en-US"/>
            <a:t>Formulae:</a:t>
          </a:r>
        </a:p>
      </dgm:t>
    </dgm:pt>
    <dgm:pt modelId="{11897F44-60C9-49E9-93DB-9AE23789C0BC}" type="parTrans" cxnId="{D1B808E2-E9A3-46A7-978E-87EBF3A7DD16}">
      <dgm:prSet/>
      <dgm:spPr/>
      <dgm:t>
        <a:bodyPr/>
        <a:lstStyle/>
        <a:p>
          <a:endParaRPr lang="en-US"/>
        </a:p>
      </dgm:t>
    </dgm:pt>
    <dgm:pt modelId="{9702473B-7ED5-46F4-9940-C1AC836670BC}" type="sibTrans" cxnId="{D1B808E2-E9A3-46A7-978E-87EBF3A7DD16}">
      <dgm:prSet/>
      <dgm:spPr/>
      <dgm:t>
        <a:bodyPr/>
        <a:lstStyle/>
        <a:p>
          <a:endParaRPr lang="en-US"/>
        </a:p>
      </dgm:t>
    </dgm:pt>
    <dgm:pt modelId="{AF309A9B-E226-4491-85DF-10F78DD8F092}">
      <dgm:prSet/>
      <dgm:spPr/>
      <dgm:t>
        <a:bodyPr/>
        <a:lstStyle/>
        <a:p>
          <a:r>
            <a:rPr lang="en-US"/>
            <a:t>WF_total = WF_blue + WF_green + WF_grey</a:t>
          </a:r>
        </a:p>
      </dgm:t>
    </dgm:pt>
    <dgm:pt modelId="{FA40C461-ECC1-4E67-80CA-9C93AE1795AE}" type="parTrans" cxnId="{1D0D5865-EA6C-4E42-A02E-D22926192AD6}">
      <dgm:prSet/>
      <dgm:spPr/>
      <dgm:t>
        <a:bodyPr/>
        <a:lstStyle/>
        <a:p>
          <a:endParaRPr lang="en-US"/>
        </a:p>
      </dgm:t>
    </dgm:pt>
    <dgm:pt modelId="{20FE6B99-E22E-4642-AC4F-BA377662C664}" type="sibTrans" cxnId="{1D0D5865-EA6C-4E42-A02E-D22926192AD6}">
      <dgm:prSet/>
      <dgm:spPr/>
      <dgm:t>
        <a:bodyPr/>
        <a:lstStyle/>
        <a:p>
          <a:endParaRPr lang="en-US"/>
        </a:p>
      </dgm:t>
    </dgm:pt>
    <dgm:pt modelId="{379615FE-0F74-42F3-B3B8-9B3FD554A764}">
      <dgm:prSet/>
      <dgm:spPr/>
      <dgm:t>
        <a:bodyPr/>
        <a:lstStyle/>
        <a:p>
          <a:r>
            <a:rPr lang="en-US"/>
            <a:t>WF_grey = pollutant load / (C_max − C_nat)</a:t>
          </a:r>
        </a:p>
      </dgm:t>
    </dgm:pt>
    <dgm:pt modelId="{3B53D3FD-F3FC-4470-920D-D47267E853D4}" type="parTrans" cxnId="{821E9E3C-A25D-45AD-AFC4-5395714B3A57}">
      <dgm:prSet/>
      <dgm:spPr/>
      <dgm:t>
        <a:bodyPr/>
        <a:lstStyle/>
        <a:p>
          <a:endParaRPr lang="en-US"/>
        </a:p>
      </dgm:t>
    </dgm:pt>
    <dgm:pt modelId="{E020699D-2CD5-4CD4-A71C-7D7B551C748E}" type="sibTrans" cxnId="{821E9E3C-A25D-45AD-AFC4-5395714B3A57}">
      <dgm:prSet/>
      <dgm:spPr/>
      <dgm:t>
        <a:bodyPr/>
        <a:lstStyle/>
        <a:p>
          <a:endParaRPr lang="en-US"/>
        </a:p>
      </dgm:t>
    </dgm:pt>
    <dgm:pt modelId="{2BE0D624-AAC0-40E0-9273-CE4F47AD637B}" type="pres">
      <dgm:prSet presAssocID="{C838D975-2393-4D2B-834A-5B812F54249D}" presName="Name0" presStyleCnt="0">
        <dgm:presLayoutVars>
          <dgm:dir/>
          <dgm:animLvl val="lvl"/>
          <dgm:resizeHandles val="exact"/>
        </dgm:presLayoutVars>
      </dgm:prSet>
      <dgm:spPr/>
    </dgm:pt>
    <dgm:pt modelId="{4CCD5C45-C29A-45A0-8CB6-E33370A894C0}" type="pres">
      <dgm:prSet presAssocID="{65EB0B4B-E293-4BDF-80FC-8F95DDF8C4DD}" presName="linNode" presStyleCnt="0"/>
      <dgm:spPr/>
    </dgm:pt>
    <dgm:pt modelId="{BC1CA766-F6BC-49AA-88FE-C11C07AFF71B}" type="pres">
      <dgm:prSet presAssocID="{65EB0B4B-E293-4BDF-80FC-8F95DDF8C4D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516F911-D132-4FE0-95B6-72D9C16DE975}" type="pres">
      <dgm:prSet presAssocID="{65EB0B4B-E293-4BDF-80FC-8F95DDF8C4DD}" presName="descendantText" presStyleLbl="alignAccFollowNode1" presStyleIdx="0" presStyleCnt="2">
        <dgm:presLayoutVars>
          <dgm:bulletEnabled val="1"/>
        </dgm:presLayoutVars>
      </dgm:prSet>
      <dgm:spPr/>
    </dgm:pt>
    <dgm:pt modelId="{4D2A5D5E-5B17-4FB6-AE3E-4BAE489C219B}" type="pres">
      <dgm:prSet presAssocID="{7CE810D9-6D93-43F9-B425-C4677D05D38D}" presName="sp" presStyleCnt="0"/>
      <dgm:spPr/>
    </dgm:pt>
    <dgm:pt modelId="{A3B8CFFD-4BA0-4C9A-9956-08691260E4B2}" type="pres">
      <dgm:prSet presAssocID="{D9D0CB83-CDAE-4C70-B723-09DCEBAF7C96}" presName="linNode" presStyleCnt="0"/>
      <dgm:spPr/>
    </dgm:pt>
    <dgm:pt modelId="{E637208E-5EBE-4D1B-86F4-702B7799C98A}" type="pres">
      <dgm:prSet presAssocID="{D9D0CB83-CDAE-4C70-B723-09DCEBAF7C9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6118E3A1-36C0-4450-9A7D-1D1ECA3B59EB}" type="pres">
      <dgm:prSet presAssocID="{D9D0CB83-CDAE-4C70-B723-09DCEBAF7C9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D3E3804-4C04-43D4-A9AE-3A3A44F9851D}" type="presOf" srcId="{65EB0B4B-E293-4BDF-80FC-8F95DDF8C4DD}" destId="{BC1CA766-F6BC-49AA-88FE-C11C07AFF71B}" srcOrd="0" destOrd="0" presId="urn:microsoft.com/office/officeart/2005/8/layout/vList5"/>
    <dgm:cxn modelId="{9E742D0C-9C1F-4895-95F8-83859E286D48}" type="presOf" srcId="{E17C48B3-4496-4779-BA7E-AF0C4A50F055}" destId="{A516F911-D132-4FE0-95B6-72D9C16DE975}" srcOrd="0" destOrd="1" presId="urn:microsoft.com/office/officeart/2005/8/layout/vList5"/>
    <dgm:cxn modelId="{8988FC2F-3A43-4800-9B1F-FDBE3D5CA293}" type="presOf" srcId="{5996504D-61C2-4FD4-AFEA-EDD1A15799B4}" destId="{A516F911-D132-4FE0-95B6-72D9C16DE975}" srcOrd="0" destOrd="0" presId="urn:microsoft.com/office/officeart/2005/8/layout/vList5"/>
    <dgm:cxn modelId="{821E9E3C-A25D-45AD-AFC4-5395714B3A57}" srcId="{D9D0CB83-CDAE-4C70-B723-09DCEBAF7C96}" destId="{379615FE-0F74-42F3-B3B8-9B3FD554A764}" srcOrd="1" destOrd="0" parTransId="{3B53D3FD-F3FC-4470-920D-D47267E853D4}" sibTransId="{E020699D-2CD5-4CD4-A71C-7D7B551C748E}"/>
    <dgm:cxn modelId="{0875A062-C9D3-446A-BA92-4A97E4151D19}" type="presOf" srcId="{D9D0CB83-CDAE-4C70-B723-09DCEBAF7C96}" destId="{E637208E-5EBE-4D1B-86F4-702B7799C98A}" srcOrd="0" destOrd="0" presId="urn:microsoft.com/office/officeart/2005/8/layout/vList5"/>
    <dgm:cxn modelId="{1D0D5865-EA6C-4E42-A02E-D22926192AD6}" srcId="{D9D0CB83-CDAE-4C70-B723-09DCEBAF7C96}" destId="{AF309A9B-E226-4491-85DF-10F78DD8F092}" srcOrd="0" destOrd="0" parTransId="{FA40C461-ECC1-4E67-80CA-9C93AE1795AE}" sibTransId="{20FE6B99-E22E-4642-AC4F-BA377662C664}"/>
    <dgm:cxn modelId="{B0CB8D91-91A5-443C-9F15-BAC7253C4C69}" type="presOf" srcId="{C838D975-2393-4D2B-834A-5B812F54249D}" destId="{2BE0D624-AAC0-40E0-9273-CE4F47AD637B}" srcOrd="0" destOrd="0" presId="urn:microsoft.com/office/officeart/2005/8/layout/vList5"/>
    <dgm:cxn modelId="{66E83FAB-967B-4380-BC2F-B8051E01FEDA}" srcId="{65EB0B4B-E293-4BDF-80FC-8F95DDF8C4DD}" destId="{98FB9B74-7188-4E98-97E8-4ADF8E4FC6EE}" srcOrd="2" destOrd="0" parTransId="{EEE11833-F1B4-4156-A29A-352527093914}" sibTransId="{4BA4C316-7DBF-451F-82A2-09C6316C3E59}"/>
    <dgm:cxn modelId="{36CA36BC-0051-4C29-A01C-66A88C4E033E}" srcId="{C838D975-2393-4D2B-834A-5B812F54249D}" destId="{65EB0B4B-E293-4BDF-80FC-8F95DDF8C4DD}" srcOrd="0" destOrd="0" parTransId="{6F43D9D0-71D2-47B1-85FB-33E64459A95B}" sibTransId="{7CE810D9-6D93-43F9-B425-C4677D05D38D}"/>
    <dgm:cxn modelId="{5460CEBD-22EF-4FAB-816F-2EB66E4B71B0}" srcId="{65EB0B4B-E293-4BDF-80FC-8F95DDF8C4DD}" destId="{E17C48B3-4496-4779-BA7E-AF0C4A50F055}" srcOrd="1" destOrd="0" parTransId="{55E2797B-BC5B-40C0-8078-1385B4B6826D}" sibTransId="{F4CCBA08-DEEF-4696-BB38-E36E7A1E8BE6}"/>
    <dgm:cxn modelId="{2E7ACFC2-FB6C-41EB-9267-908BCC1559AD}" type="presOf" srcId="{AF309A9B-E226-4491-85DF-10F78DD8F092}" destId="{6118E3A1-36C0-4450-9A7D-1D1ECA3B59EB}" srcOrd="0" destOrd="0" presId="urn:microsoft.com/office/officeart/2005/8/layout/vList5"/>
    <dgm:cxn modelId="{A7B17ED1-9EDD-47F2-B487-5A1B8DFDA369}" type="presOf" srcId="{98FB9B74-7188-4E98-97E8-4ADF8E4FC6EE}" destId="{A516F911-D132-4FE0-95B6-72D9C16DE975}" srcOrd="0" destOrd="2" presId="urn:microsoft.com/office/officeart/2005/8/layout/vList5"/>
    <dgm:cxn modelId="{D1B808E2-E9A3-46A7-978E-87EBF3A7DD16}" srcId="{C838D975-2393-4D2B-834A-5B812F54249D}" destId="{D9D0CB83-CDAE-4C70-B723-09DCEBAF7C96}" srcOrd="1" destOrd="0" parTransId="{11897F44-60C9-49E9-93DB-9AE23789C0BC}" sibTransId="{9702473B-7ED5-46F4-9940-C1AC836670BC}"/>
    <dgm:cxn modelId="{96B79FE7-7BFC-45E8-9F99-6B97B09CA4EA}" srcId="{65EB0B4B-E293-4BDF-80FC-8F95DDF8C4DD}" destId="{5996504D-61C2-4FD4-AFEA-EDD1A15799B4}" srcOrd="0" destOrd="0" parTransId="{514057E8-2DA3-4FBC-9A50-7FA2B753E779}" sibTransId="{2ACB9BDC-FCED-4CF9-9557-6909A3D86196}"/>
    <dgm:cxn modelId="{304621ED-775D-4DB4-BABA-F9E0C160804E}" type="presOf" srcId="{379615FE-0F74-42F3-B3B8-9B3FD554A764}" destId="{6118E3A1-36C0-4450-9A7D-1D1ECA3B59EB}" srcOrd="0" destOrd="1" presId="urn:microsoft.com/office/officeart/2005/8/layout/vList5"/>
    <dgm:cxn modelId="{16ABBE21-2670-4A38-9587-00FE05A588BA}" type="presParOf" srcId="{2BE0D624-AAC0-40E0-9273-CE4F47AD637B}" destId="{4CCD5C45-C29A-45A0-8CB6-E33370A894C0}" srcOrd="0" destOrd="0" presId="urn:microsoft.com/office/officeart/2005/8/layout/vList5"/>
    <dgm:cxn modelId="{7AFC6E13-0149-4429-A262-1F8556DB881E}" type="presParOf" srcId="{4CCD5C45-C29A-45A0-8CB6-E33370A894C0}" destId="{BC1CA766-F6BC-49AA-88FE-C11C07AFF71B}" srcOrd="0" destOrd="0" presId="urn:microsoft.com/office/officeart/2005/8/layout/vList5"/>
    <dgm:cxn modelId="{6E11032E-3D1F-46E2-820D-CDA2C45CDFCC}" type="presParOf" srcId="{4CCD5C45-C29A-45A0-8CB6-E33370A894C0}" destId="{A516F911-D132-4FE0-95B6-72D9C16DE975}" srcOrd="1" destOrd="0" presId="urn:microsoft.com/office/officeart/2005/8/layout/vList5"/>
    <dgm:cxn modelId="{E67B8C2A-7670-4DD7-8A2B-472E5681B1A8}" type="presParOf" srcId="{2BE0D624-AAC0-40E0-9273-CE4F47AD637B}" destId="{4D2A5D5E-5B17-4FB6-AE3E-4BAE489C219B}" srcOrd="1" destOrd="0" presId="urn:microsoft.com/office/officeart/2005/8/layout/vList5"/>
    <dgm:cxn modelId="{6B8CBA9A-0F1C-4BCB-9764-C07DC55D6EDB}" type="presParOf" srcId="{2BE0D624-AAC0-40E0-9273-CE4F47AD637B}" destId="{A3B8CFFD-4BA0-4C9A-9956-08691260E4B2}" srcOrd="2" destOrd="0" presId="urn:microsoft.com/office/officeart/2005/8/layout/vList5"/>
    <dgm:cxn modelId="{141B9659-4438-4213-800A-A1C2A013055A}" type="presParOf" srcId="{A3B8CFFD-4BA0-4C9A-9956-08691260E4B2}" destId="{E637208E-5EBE-4D1B-86F4-702B7799C98A}" srcOrd="0" destOrd="0" presId="urn:microsoft.com/office/officeart/2005/8/layout/vList5"/>
    <dgm:cxn modelId="{87D278FF-BFDE-4A19-9C24-CEC8EFE6ADDA}" type="presParOf" srcId="{A3B8CFFD-4BA0-4C9A-9956-08691260E4B2}" destId="{6118E3A1-36C0-4450-9A7D-1D1ECA3B59E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E8AF98-2F3F-4D99-8E40-3E4593B910B3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E93EB0D3-AC55-4A98-A281-8833B12EBEB3}">
      <dgm:prSet/>
      <dgm:spPr/>
      <dgm:t>
        <a:bodyPr/>
        <a:lstStyle/>
        <a:p>
          <a:r>
            <a:rPr lang="en-US" dirty="0"/>
            <a:t>1) Map product → ingredients → processes.</a:t>
          </a:r>
        </a:p>
      </dgm:t>
    </dgm:pt>
    <dgm:pt modelId="{DA1A9BEF-CF7C-4A73-B388-D7088587D41E}" type="parTrans" cxnId="{9A3C2C89-4824-4373-B374-758755035783}">
      <dgm:prSet/>
      <dgm:spPr/>
      <dgm:t>
        <a:bodyPr/>
        <a:lstStyle/>
        <a:p>
          <a:endParaRPr lang="en-US"/>
        </a:p>
      </dgm:t>
    </dgm:pt>
    <dgm:pt modelId="{73B35985-D9A2-4611-87D7-7115654BE008}" type="sibTrans" cxnId="{9A3C2C89-4824-4373-B374-758755035783}">
      <dgm:prSet/>
      <dgm:spPr/>
      <dgm:t>
        <a:bodyPr/>
        <a:lstStyle/>
        <a:p>
          <a:endParaRPr lang="en-US"/>
        </a:p>
      </dgm:t>
    </dgm:pt>
    <dgm:pt modelId="{17AE083C-7832-4F6B-9044-895CD6EC0FFD}">
      <dgm:prSet/>
      <dgm:spPr/>
      <dgm:t>
        <a:bodyPr/>
        <a:lstStyle/>
        <a:p>
          <a:r>
            <a:rPr lang="en-US"/>
            <a:t>2) Normalize recipe quantities to functional unit (per 100 g / per serving).</a:t>
          </a:r>
        </a:p>
      </dgm:t>
    </dgm:pt>
    <dgm:pt modelId="{C49FC961-56FE-40ED-B874-B964940DBE38}" type="parTrans" cxnId="{98B3E172-1598-48BE-9CB9-DC4665A81E0D}">
      <dgm:prSet/>
      <dgm:spPr/>
      <dgm:t>
        <a:bodyPr/>
        <a:lstStyle/>
        <a:p>
          <a:endParaRPr lang="en-US"/>
        </a:p>
      </dgm:t>
    </dgm:pt>
    <dgm:pt modelId="{C0044064-298E-4562-9C12-4789528EFD6C}" type="sibTrans" cxnId="{98B3E172-1598-48BE-9CB9-DC4665A81E0D}">
      <dgm:prSet/>
      <dgm:spPr/>
      <dgm:t>
        <a:bodyPr/>
        <a:lstStyle/>
        <a:p>
          <a:endParaRPr lang="en-US"/>
        </a:p>
      </dgm:t>
    </dgm:pt>
    <dgm:pt modelId="{F7A5CBE3-56A6-4801-8FDE-4428A2FCE8B7}">
      <dgm:prSet/>
      <dgm:spPr/>
      <dgm:t>
        <a:bodyPr/>
        <a:lstStyle/>
        <a:p>
          <a:r>
            <a:rPr lang="en-US"/>
            <a:t>3) Compute component sums (WF_blue / WF_green / WF_grey); add processing water if available.</a:t>
          </a:r>
        </a:p>
      </dgm:t>
    </dgm:pt>
    <dgm:pt modelId="{7E6F3210-2738-4EA2-9988-20D659937E8A}" type="parTrans" cxnId="{7ED017D8-F9D3-4889-B842-F4EDD74B89BF}">
      <dgm:prSet/>
      <dgm:spPr/>
      <dgm:t>
        <a:bodyPr/>
        <a:lstStyle/>
        <a:p>
          <a:endParaRPr lang="en-US"/>
        </a:p>
      </dgm:t>
    </dgm:pt>
    <dgm:pt modelId="{75958F1F-437E-469C-9C6D-F9B0D22F55A8}" type="sibTrans" cxnId="{7ED017D8-F9D3-4889-B842-F4EDD74B89BF}">
      <dgm:prSet/>
      <dgm:spPr/>
      <dgm:t>
        <a:bodyPr/>
        <a:lstStyle/>
        <a:p>
          <a:endParaRPr lang="en-US"/>
        </a:p>
      </dgm:t>
    </dgm:pt>
    <dgm:pt modelId="{64B64038-4C90-4ECA-B952-48BADB13DE09}">
      <dgm:prSet/>
      <dgm:spPr/>
      <dgm:t>
        <a:bodyPr/>
        <a:lstStyle/>
        <a:p>
          <a:r>
            <a:rPr lang="en-US"/>
            <a:t>4) Apply optional scarcity characterization using regional CFs (AWARE).</a:t>
          </a:r>
        </a:p>
      </dgm:t>
    </dgm:pt>
    <dgm:pt modelId="{7005928D-97EA-4E2D-8A75-3DF50A89378F}" type="parTrans" cxnId="{FE3F880D-C194-488A-84A7-07AA9FE836B7}">
      <dgm:prSet/>
      <dgm:spPr/>
      <dgm:t>
        <a:bodyPr/>
        <a:lstStyle/>
        <a:p>
          <a:endParaRPr lang="en-US"/>
        </a:p>
      </dgm:t>
    </dgm:pt>
    <dgm:pt modelId="{14423E0C-C9F6-4240-A0FB-64A359D825E3}" type="sibTrans" cxnId="{FE3F880D-C194-488A-84A7-07AA9FE836B7}">
      <dgm:prSet/>
      <dgm:spPr/>
      <dgm:t>
        <a:bodyPr/>
        <a:lstStyle/>
        <a:p>
          <a:endParaRPr lang="en-US"/>
        </a:p>
      </dgm:t>
    </dgm:pt>
    <dgm:pt modelId="{4048C77E-EACD-46AD-827D-D89E4EEB3E4B}">
      <dgm:prSet/>
      <dgm:spPr/>
      <dgm:t>
        <a:bodyPr/>
        <a:lstStyle/>
        <a:p>
          <a:r>
            <a:rPr lang="en-US"/>
            <a:t>5) Explainability: charts, assumptions, data vintage, region, sources.</a:t>
          </a:r>
        </a:p>
      </dgm:t>
    </dgm:pt>
    <dgm:pt modelId="{39B7CBF2-6074-4E94-ACD8-3005E3DF5739}" type="parTrans" cxnId="{FC94B007-1866-4E8D-BE1C-9365039D902A}">
      <dgm:prSet/>
      <dgm:spPr/>
      <dgm:t>
        <a:bodyPr/>
        <a:lstStyle/>
        <a:p>
          <a:endParaRPr lang="en-US"/>
        </a:p>
      </dgm:t>
    </dgm:pt>
    <dgm:pt modelId="{A8B867BE-04AA-4E08-9B7D-A56ED74EF94D}" type="sibTrans" cxnId="{FC94B007-1866-4E8D-BE1C-9365039D902A}">
      <dgm:prSet/>
      <dgm:spPr/>
      <dgm:t>
        <a:bodyPr/>
        <a:lstStyle/>
        <a:p>
          <a:endParaRPr lang="en-US"/>
        </a:p>
      </dgm:t>
    </dgm:pt>
    <dgm:pt modelId="{8B668ABD-8587-445D-AF43-2F790F47D4E8}">
      <dgm:prSet/>
      <dgm:spPr/>
      <dgm:t>
        <a:bodyPr/>
        <a:lstStyle/>
        <a:p>
          <a:r>
            <a:rPr lang="en-US"/>
            <a:t>6) Recommendations: lower-footprint alternatives with rationale.</a:t>
          </a:r>
        </a:p>
      </dgm:t>
    </dgm:pt>
    <dgm:pt modelId="{A1C180EF-C811-4236-8099-28C00E298C82}" type="parTrans" cxnId="{4A04256A-05FB-4A11-A7E3-7B877192A2A4}">
      <dgm:prSet/>
      <dgm:spPr/>
      <dgm:t>
        <a:bodyPr/>
        <a:lstStyle/>
        <a:p>
          <a:endParaRPr lang="en-US"/>
        </a:p>
      </dgm:t>
    </dgm:pt>
    <dgm:pt modelId="{7069D9EB-B9CB-43D1-85C6-F54D8AB14C35}" type="sibTrans" cxnId="{4A04256A-05FB-4A11-A7E3-7B877192A2A4}">
      <dgm:prSet/>
      <dgm:spPr/>
      <dgm:t>
        <a:bodyPr/>
        <a:lstStyle/>
        <a:p>
          <a:endParaRPr lang="en-US"/>
        </a:p>
      </dgm:t>
    </dgm:pt>
    <dgm:pt modelId="{343EF0DD-3F11-4C43-832D-FA9B47C5E736}" type="pres">
      <dgm:prSet presAssocID="{3CE8AF98-2F3F-4D99-8E40-3E4593B910B3}" presName="diagram" presStyleCnt="0">
        <dgm:presLayoutVars>
          <dgm:dir/>
          <dgm:resizeHandles val="exact"/>
        </dgm:presLayoutVars>
      </dgm:prSet>
      <dgm:spPr/>
    </dgm:pt>
    <dgm:pt modelId="{BBFCB60B-042B-482A-B1EC-92B8FC484EF6}" type="pres">
      <dgm:prSet presAssocID="{E93EB0D3-AC55-4A98-A281-8833B12EBEB3}" presName="node" presStyleLbl="node1" presStyleIdx="0" presStyleCnt="6">
        <dgm:presLayoutVars>
          <dgm:bulletEnabled val="1"/>
        </dgm:presLayoutVars>
      </dgm:prSet>
      <dgm:spPr/>
    </dgm:pt>
    <dgm:pt modelId="{5EEBD385-37B0-4542-AFA9-B2ABA04F8B00}" type="pres">
      <dgm:prSet presAssocID="{73B35985-D9A2-4611-87D7-7115654BE008}" presName="sibTrans" presStyleCnt="0"/>
      <dgm:spPr/>
    </dgm:pt>
    <dgm:pt modelId="{5362B4DA-8E6A-4A0A-BB25-290BA77399D6}" type="pres">
      <dgm:prSet presAssocID="{17AE083C-7832-4F6B-9044-895CD6EC0FFD}" presName="node" presStyleLbl="node1" presStyleIdx="1" presStyleCnt="6">
        <dgm:presLayoutVars>
          <dgm:bulletEnabled val="1"/>
        </dgm:presLayoutVars>
      </dgm:prSet>
      <dgm:spPr/>
    </dgm:pt>
    <dgm:pt modelId="{E680D5BF-1F8E-409A-A703-A3BAB24DC778}" type="pres">
      <dgm:prSet presAssocID="{C0044064-298E-4562-9C12-4789528EFD6C}" presName="sibTrans" presStyleCnt="0"/>
      <dgm:spPr/>
    </dgm:pt>
    <dgm:pt modelId="{E9B691A7-B755-4FE0-859C-D88EE7F16430}" type="pres">
      <dgm:prSet presAssocID="{F7A5CBE3-56A6-4801-8FDE-4428A2FCE8B7}" presName="node" presStyleLbl="node1" presStyleIdx="2" presStyleCnt="6">
        <dgm:presLayoutVars>
          <dgm:bulletEnabled val="1"/>
        </dgm:presLayoutVars>
      </dgm:prSet>
      <dgm:spPr/>
    </dgm:pt>
    <dgm:pt modelId="{F73D6C19-4810-4BC8-A86D-AC37E7A06B33}" type="pres">
      <dgm:prSet presAssocID="{75958F1F-437E-469C-9C6D-F9B0D22F55A8}" presName="sibTrans" presStyleCnt="0"/>
      <dgm:spPr/>
    </dgm:pt>
    <dgm:pt modelId="{86F7E33D-3137-4996-94C9-8E4B689A9EED}" type="pres">
      <dgm:prSet presAssocID="{64B64038-4C90-4ECA-B952-48BADB13DE09}" presName="node" presStyleLbl="node1" presStyleIdx="3" presStyleCnt="6">
        <dgm:presLayoutVars>
          <dgm:bulletEnabled val="1"/>
        </dgm:presLayoutVars>
      </dgm:prSet>
      <dgm:spPr/>
    </dgm:pt>
    <dgm:pt modelId="{654F18F7-6FCC-430C-A89A-DD6C60FF2E8F}" type="pres">
      <dgm:prSet presAssocID="{14423E0C-C9F6-4240-A0FB-64A359D825E3}" presName="sibTrans" presStyleCnt="0"/>
      <dgm:spPr/>
    </dgm:pt>
    <dgm:pt modelId="{763170EE-CA9C-4DEF-8B3E-CDAC1683702B}" type="pres">
      <dgm:prSet presAssocID="{4048C77E-EACD-46AD-827D-D89E4EEB3E4B}" presName="node" presStyleLbl="node1" presStyleIdx="4" presStyleCnt="6">
        <dgm:presLayoutVars>
          <dgm:bulletEnabled val="1"/>
        </dgm:presLayoutVars>
      </dgm:prSet>
      <dgm:spPr/>
    </dgm:pt>
    <dgm:pt modelId="{A0F25386-7BA1-4D38-B69A-B57BE66ED6DA}" type="pres">
      <dgm:prSet presAssocID="{A8B867BE-04AA-4E08-9B7D-A56ED74EF94D}" presName="sibTrans" presStyleCnt="0"/>
      <dgm:spPr/>
    </dgm:pt>
    <dgm:pt modelId="{67F68CBE-3DB2-4BEF-8F30-8906596F8363}" type="pres">
      <dgm:prSet presAssocID="{8B668ABD-8587-445D-AF43-2F790F47D4E8}" presName="node" presStyleLbl="node1" presStyleIdx="5" presStyleCnt="6">
        <dgm:presLayoutVars>
          <dgm:bulletEnabled val="1"/>
        </dgm:presLayoutVars>
      </dgm:prSet>
      <dgm:spPr/>
    </dgm:pt>
  </dgm:ptLst>
  <dgm:cxnLst>
    <dgm:cxn modelId="{FC94B007-1866-4E8D-BE1C-9365039D902A}" srcId="{3CE8AF98-2F3F-4D99-8E40-3E4593B910B3}" destId="{4048C77E-EACD-46AD-827D-D89E4EEB3E4B}" srcOrd="4" destOrd="0" parTransId="{39B7CBF2-6074-4E94-ACD8-3005E3DF5739}" sibTransId="{A8B867BE-04AA-4E08-9B7D-A56ED74EF94D}"/>
    <dgm:cxn modelId="{FE3F880D-C194-488A-84A7-07AA9FE836B7}" srcId="{3CE8AF98-2F3F-4D99-8E40-3E4593B910B3}" destId="{64B64038-4C90-4ECA-B952-48BADB13DE09}" srcOrd="3" destOrd="0" parTransId="{7005928D-97EA-4E2D-8A75-3DF50A89378F}" sibTransId="{14423E0C-C9F6-4240-A0FB-64A359D825E3}"/>
    <dgm:cxn modelId="{77F72B36-D909-4221-AEE8-604B13ADAF3A}" type="presOf" srcId="{F7A5CBE3-56A6-4801-8FDE-4428A2FCE8B7}" destId="{E9B691A7-B755-4FE0-859C-D88EE7F16430}" srcOrd="0" destOrd="0" presId="urn:microsoft.com/office/officeart/2005/8/layout/default"/>
    <dgm:cxn modelId="{3651FB41-D340-4272-906B-5EF76BC4A3D3}" type="presOf" srcId="{64B64038-4C90-4ECA-B952-48BADB13DE09}" destId="{86F7E33D-3137-4996-94C9-8E4B689A9EED}" srcOrd="0" destOrd="0" presId="urn:microsoft.com/office/officeart/2005/8/layout/default"/>
    <dgm:cxn modelId="{4A04256A-05FB-4A11-A7E3-7B877192A2A4}" srcId="{3CE8AF98-2F3F-4D99-8E40-3E4593B910B3}" destId="{8B668ABD-8587-445D-AF43-2F790F47D4E8}" srcOrd="5" destOrd="0" parTransId="{A1C180EF-C811-4236-8099-28C00E298C82}" sibTransId="{7069D9EB-B9CB-43D1-85C6-F54D8AB14C35}"/>
    <dgm:cxn modelId="{98B3E172-1598-48BE-9CB9-DC4665A81E0D}" srcId="{3CE8AF98-2F3F-4D99-8E40-3E4593B910B3}" destId="{17AE083C-7832-4F6B-9044-895CD6EC0FFD}" srcOrd="1" destOrd="0" parTransId="{C49FC961-56FE-40ED-B874-B964940DBE38}" sibTransId="{C0044064-298E-4562-9C12-4789528EFD6C}"/>
    <dgm:cxn modelId="{929FD97E-FE48-4C93-8B1A-C64B811C28A0}" type="presOf" srcId="{E93EB0D3-AC55-4A98-A281-8833B12EBEB3}" destId="{BBFCB60B-042B-482A-B1EC-92B8FC484EF6}" srcOrd="0" destOrd="0" presId="urn:microsoft.com/office/officeart/2005/8/layout/default"/>
    <dgm:cxn modelId="{9A3C2C89-4824-4373-B374-758755035783}" srcId="{3CE8AF98-2F3F-4D99-8E40-3E4593B910B3}" destId="{E93EB0D3-AC55-4A98-A281-8833B12EBEB3}" srcOrd="0" destOrd="0" parTransId="{DA1A9BEF-CF7C-4A73-B388-D7088587D41E}" sibTransId="{73B35985-D9A2-4611-87D7-7115654BE008}"/>
    <dgm:cxn modelId="{F72BEEB0-7E31-4A10-A210-A6777A50F3CE}" type="presOf" srcId="{4048C77E-EACD-46AD-827D-D89E4EEB3E4B}" destId="{763170EE-CA9C-4DEF-8B3E-CDAC1683702B}" srcOrd="0" destOrd="0" presId="urn:microsoft.com/office/officeart/2005/8/layout/default"/>
    <dgm:cxn modelId="{97ABCBB3-DC54-430A-B0C7-A3A8F72550EB}" type="presOf" srcId="{8B668ABD-8587-445D-AF43-2F790F47D4E8}" destId="{67F68CBE-3DB2-4BEF-8F30-8906596F8363}" srcOrd="0" destOrd="0" presId="urn:microsoft.com/office/officeart/2005/8/layout/default"/>
    <dgm:cxn modelId="{7ED017D8-F9D3-4889-B842-F4EDD74B89BF}" srcId="{3CE8AF98-2F3F-4D99-8E40-3E4593B910B3}" destId="{F7A5CBE3-56A6-4801-8FDE-4428A2FCE8B7}" srcOrd="2" destOrd="0" parTransId="{7E6F3210-2738-4EA2-9988-20D659937E8A}" sibTransId="{75958F1F-437E-469C-9C6D-F9B0D22F55A8}"/>
    <dgm:cxn modelId="{1FCF9DD9-F318-4C13-A3FF-010D81684E43}" type="presOf" srcId="{17AE083C-7832-4F6B-9044-895CD6EC0FFD}" destId="{5362B4DA-8E6A-4A0A-BB25-290BA77399D6}" srcOrd="0" destOrd="0" presId="urn:microsoft.com/office/officeart/2005/8/layout/default"/>
    <dgm:cxn modelId="{B4CB4BFB-5927-4E96-98F8-054B1C311E6C}" type="presOf" srcId="{3CE8AF98-2F3F-4D99-8E40-3E4593B910B3}" destId="{343EF0DD-3F11-4C43-832D-FA9B47C5E736}" srcOrd="0" destOrd="0" presId="urn:microsoft.com/office/officeart/2005/8/layout/default"/>
    <dgm:cxn modelId="{9E462B29-110B-4C1D-8773-33445855F757}" type="presParOf" srcId="{343EF0DD-3F11-4C43-832D-FA9B47C5E736}" destId="{BBFCB60B-042B-482A-B1EC-92B8FC484EF6}" srcOrd="0" destOrd="0" presId="urn:microsoft.com/office/officeart/2005/8/layout/default"/>
    <dgm:cxn modelId="{FA6ECB61-F770-421F-BDA2-DFB1F9F47BDE}" type="presParOf" srcId="{343EF0DD-3F11-4C43-832D-FA9B47C5E736}" destId="{5EEBD385-37B0-4542-AFA9-B2ABA04F8B00}" srcOrd="1" destOrd="0" presId="urn:microsoft.com/office/officeart/2005/8/layout/default"/>
    <dgm:cxn modelId="{08FB2073-D6C8-4F08-9E5B-E34947B873FF}" type="presParOf" srcId="{343EF0DD-3F11-4C43-832D-FA9B47C5E736}" destId="{5362B4DA-8E6A-4A0A-BB25-290BA77399D6}" srcOrd="2" destOrd="0" presId="urn:microsoft.com/office/officeart/2005/8/layout/default"/>
    <dgm:cxn modelId="{35221C09-0786-4DA0-A230-0E915B5609F2}" type="presParOf" srcId="{343EF0DD-3F11-4C43-832D-FA9B47C5E736}" destId="{E680D5BF-1F8E-409A-A703-A3BAB24DC778}" srcOrd="3" destOrd="0" presId="urn:microsoft.com/office/officeart/2005/8/layout/default"/>
    <dgm:cxn modelId="{07D4FD0A-BF8C-47C8-99F7-A62861835568}" type="presParOf" srcId="{343EF0DD-3F11-4C43-832D-FA9B47C5E736}" destId="{E9B691A7-B755-4FE0-859C-D88EE7F16430}" srcOrd="4" destOrd="0" presId="urn:microsoft.com/office/officeart/2005/8/layout/default"/>
    <dgm:cxn modelId="{FC555ACD-0A33-4E1D-A6A8-61434A5051C5}" type="presParOf" srcId="{343EF0DD-3F11-4C43-832D-FA9B47C5E736}" destId="{F73D6C19-4810-4BC8-A86D-AC37E7A06B33}" srcOrd="5" destOrd="0" presId="urn:microsoft.com/office/officeart/2005/8/layout/default"/>
    <dgm:cxn modelId="{D9E820B4-57F1-4BC2-BCE2-FF8725A237F4}" type="presParOf" srcId="{343EF0DD-3F11-4C43-832D-FA9B47C5E736}" destId="{86F7E33D-3137-4996-94C9-8E4B689A9EED}" srcOrd="6" destOrd="0" presId="urn:microsoft.com/office/officeart/2005/8/layout/default"/>
    <dgm:cxn modelId="{05E792D3-04B6-4FB1-A346-5C6594774F00}" type="presParOf" srcId="{343EF0DD-3F11-4C43-832D-FA9B47C5E736}" destId="{654F18F7-6FCC-430C-A89A-DD6C60FF2E8F}" srcOrd="7" destOrd="0" presId="urn:microsoft.com/office/officeart/2005/8/layout/default"/>
    <dgm:cxn modelId="{094BF119-8CFC-47D5-97B6-633A8C2FD660}" type="presParOf" srcId="{343EF0DD-3F11-4C43-832D-FA9B47C5E736}" destId="{763170EE-CA9C-4DEF-8B3E-CDAC1683702B}" srcOrd="8" destOrd="0" presId="urn:microsoft.com/office/officeart/2005/8/layout/default"/>
    <dgm:cxn modelId="{FD70FC09-7051-4472-9E1F-459F0E950C3F}" type="presParOf" srcId="{343EF0DD-3F11-4C43-832D-FA9B47C5E736}" destId="{A0F25386-7BA1-4D38-B69A-B57BE66ED6DA}" srcOrd="9" destOrd="0" presId="urn:microsoft.com/office/officeart/2005/8/layout/default"/>
    <dgm:cxn modelId="{08FFEEB2-0E71-44E6-A755-9C3580EB85FD}" type="presParOf" srcId="{343EF0DD-3F11-4C43-832D-FA9B47C5E736}" destId="{67F68CBE-3DB2-4BEF-8F30-8906596F836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4EFC5A-D7C0-4126-AE5C-2158FF48A99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26237C31-E061-4FA5-AA2B-75CB308623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 &amp; Profiles — OAuth2/OIDC, saved items, privacy.</a:t>
          </a:r>
        </a:p>
      </dgm:t>
    </dgm:pt>
    <dgm:pt modelId="{637550CD-B1CB-429C-924B-F68E2D0AAA5B}" type="parTrans" cxnId="{3DF81286-9724-4683-9E9D-DF25150CE199}">
      <dgm:prSet/>
      <dgm:spPr/>
      <dgm:t>
        <a:bodyPr/>
        <a:lstStyle/>
        <a:p>
          <a:endParaRPr lang="en-US"/>
        </a:p>
      </dgm:t>
    </dgm:pt>
    <dgm:pt modelId="{9C5261AB-FCF4-4FE2-B174-EB95EE5C00A1}" type="sibTrans" cxnId="{3DF81286-9724-4683-9E9D-DF25150CE1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20C8A3-17C3-4489-AF3B-9854A11BA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Catalog &amp; Search — product taxonomy, filters, multilingual search.</a:t>
          </a:r>
        </a:p>
      </dgm:t>
    </dgm:pt>
    <dgm:pt modelId="{407DA51D-026F-45EA-BDA1-8F129326EFF8}" type="parTrans" cxnId="{87440707-DDDA-4E9D-8C00-8C5F4357FEAB}">
      <dgm:prSet/>
      <dgm:spPr/>
      <dgm:t>
        <a:bodyPr/>
        <a:lstStyle/>
        <a:p>
          <a:endParaRPr lang="en-US"/>
        </a:p>
      </dgm:t>
    </dgm:pt>
    <dgm:pt modelId="{FAFEB1B0-AD43-4E1F-BD4D-FE8563EDFB9A}" type="sibTrans" cxnId="{87440707-DDDA-4E9D-8C00-8C5F4357FE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0B2A9C-5CB6-48FF-BDF9-800C8437F4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Scan &amp; Recognize — barcode decoding (ZXing) and optional image classifier.</a:t>
          </a:r>
        </a:p>
      </dgm:t>
    </dgm:pt>
    <dgm:pt modelId="{68AF0A5C-1AB0-48B5-88B3-2E8EF65CA668}" type="parTrans" cxnId="{DF212E13-5808-4D9F-A37F-F6C3C99036B5}">
      <dgm:prSet/>
      <dgm:spPr/>
      <dgm:t>
        <a:bodyPr/>
        <a:lstStyle/>
        <a:p>
          <a:endParaRPr lang="en-US"/>
        </a:p>
      </dgm:t>
    </dgm:pt>
    <dgm:pt modelId="{EC1D9718-3134-4170-B706-C5F6B7CE3AC6}" type="sibTrans" cxnId="{DF212E13-5808-4D9F-A37F-F6C3C99036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302102-0BEC-47A5-A170-49ED125B9C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Calculator Engine — ISO-aligned blue/green/grey computation with unit conversions and uncertainty flags.</a:t>
          </a:r>
        </a:p>
      </dgm:t>
    </dgm:pt>
    <dgm:pt modelId="{0C11F001-3C98-40A8-840B-FD39748BA8E0}" type="parTrans" cxnId="{1E12461D-6541-45F4-AE93-8F949A7523A7}">
      <dgm:prSet/>
      <dgm:spPr/>
      <dgm:t>
        <a:bodyPr/>
        <a:lstStyle/>
        <a:p>
          <a:endParaRPr lang="en-US"/>
        </a:p>
      </dgm:t>
    </dgm:pt>
    <dgm:pt modelId="{B1195A0F-518F-4F35-A93E-772280FCF46E}" type="sibTrans" cxnId="{1E12461D-6541-45F4-AE93-8F949A7523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08AD51-7A93-48A7-B773-334B7C2A61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Scarcity Characterization Plug-in — regional factors with safe fallbacks.</a:t>
          </a:r>
        </a:p>
      </dgm:t>
    </dgm:pt>
    <dgm:pt modelId="{936F18C1-A9E7-43D1-BFDD-A3F77EFEA528}" type="parTrans" cxnId="{088B6EDC-937D-40DE-AF50-5D6648CB46DE}">
      <dgm:prSet/>
      <dgm:spPr/>
      <dgm:t>
        <a:bodyPr/>
        <a:lstStyle/>
        <a:p>
          <a:endParaRPr lang="en-US"/>
        </a:p>
      </dgm:t>
    </dgm:pt>
    <dgm:pt modelId="{09EDF3C6-8567-40D6-9EBA-B7E8D481BE46}" type="sibTrans" cxnId="{088B6EDC-937D-40DE-AF50-5D6648CB46D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5AA67E-2304-454B-A67A-DF34D8BDB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Explainability &amp; Sources — charts, assumptions, dataset/version badges, glossary.</a:t>
          </a:r>
        </a:p>
      </dgm:t>
    </dgm:pt>
    <dgm:pt modelId="{5F71116D-925D-4808-A6EE-7049A7356C0C}" type="parTrans" cxnId="{2E5E42F8-2136-4F78-B1BC-A07344455B62}">
      <dgm:prSet/>
      <dgm:spPr/>
      <dgm:t>
        <a:bodyPr/>
        <a:lstStyle/>
        <a:p>
          <a:endParaRPr lang="en-US"/>
        </a:p>
      </dgm:t>
    </dgm:pt>
    <dgm:pt modelId="{AFBDF5BF-CFF9-4628-BE4D-A3734C694254}" type="sibTrans" cxnId="{2E5E42F8-2136-4F78-B1BC-A07344455B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C7615B-7337-4183-A509-2D62218984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Recommendations — lower-footprint alternatives and serving-size comparisons.</a:t>
          </a:r>
        </a:p>
      </dgm:t>
    </dgm:pt>
    <dgm:pt modelId="{C8A0C7A9-5729-4954-BF9C-B9A1CD2DD671}" type="parTrans" cxnId="{A5CE3DE1-8862-43D9-A90F-040278634593}">
      <dgm:prSet/>
      <dgm:spPr/>
      <dgm:t>
        <a:bodyPr/>
        <a:lstStyle/>
        <a:p>
          <a:endParaRPr lang="en-US"/>
        </a:p>
      </dgm:t>
    </dgm:pt>
    <dgm:pt modelId="{7FC9F14B-3ABE-44FB-92C1-EB49E34504BD}" type="sibTrans" cxnId="{A5CE3DE1-8862-43D9-A90F-0402786345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9E50FA-0FAA-4B6F-A1F6-09195F8FC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 &amp; ETL — dataset imports, product→ingredient mapping, review workflow.</a:t>
          </a:r>
        </a:p>
      </dgm:t>
    </dgm:pt>
    <dgm:pt modelId="{372C03D8-3261-4F1C-82DF-459C25164AA1}" type="parTrans" cxnId="{079E5B3C-79F9-4465-8207-3B7465384F19}">
      <dgm:prSet/>
      <dgm:spPr/>
      <dgm:t>
        <a:bodyPr/>
        <a:lstStyle/>
        <a:p>
          <a:endParaRPr lang="en-US"/>
        </a:p>
      </dgm:t>
    </dgm:pt>
    <dgm:pt modelId="{99E3AC60-DAAA-49E5-BBEF-F73947C1430D}" type="sibTrans" cxnId="{079E5B3C-79F9-4465-8207-3B7465384F19}">
      <dgm:prSet/>
      <dgm:spPr/>
      <dgm:t>
        <a:bodyPr/>
        <a:lstStyle/>
        <a:p>
          <a:endParaRPr lang="en-US"/>
        </a:p>
      </dgm:t>
    </dgm:pt>
    <dgm:pt modelId="{85B36984-2A3B-4D9A-A1A7-6C46820ED710}" type="pres">
      <dgm:prSet presAssocID="{9C4EFC5A-D7C0-4126-AE5C-2158FF48A995}" presName="root" presStyleCnt="0">
        <dgm:presLayoutVars>
          <dgm:dir/>
          <dgm:resizeHandles val="exact"/>
        </dgm:presLayoutVars>
      </dgm:prSet>
      <dgm:spPr/>
    </dgm:pt>
    <dgm:pt modelId="{86CDA93D-90AD-4C80-A267-26E979691EE5}" type="pres">
      <dgm:prSet presAssocID="{9C4EFC5A-D7C0-4126-AE5C-2158FF48A995}" presName="container" presStyleCnt="0">
        <dgm:presLayoutVars>
          <dgm:dir/>
          <dgm:resizeHandles val="exact"/>
        </dgm:presLayoutVars>
      </dgm:prSet>
      <dgm:spPr/>
    </dgm:pt>
    <dgm:pt modelId="{F87BCF09-1833-4C10-B0E3-60741CC053DF}" type="pres">
      <dgm:prSet presAssocID="{26237C31-E061-4FA5-AA2B-75CB308623B0}" presName="compNode" presStyleCnt="0"/>
      <dgm:spPr/>
    </dgm:pt>
    <dgm:pt modelId="{4FB8DE09-2A4D-422A-AFC8-A34BD476408C}" type="pres">
      <dgm:prSet presAssocID="{26237C31-E061-4FA5-AA2B-75CB308623B0}" presName="iconBgRect" presStyleLbl="bgShp" presStyleIdx="0" presStyleCnt="8"/>
      <dgm:spPr/>
    </dgm:pt>
    <dgm:pt modelId="{A8B81174-7A1E-46AC-B6A8-A8CA1E132E66}" type="pres">
      <dgm:prSet presAssocID="{26237C31-E061-4FA5-AA2B-75CB308623B0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45B701D-B4CE-4B37-83CE-F5A1D2A96D6C}" type="pres">
      <dgm:prSet presAssocID="{26237C31-E061-4FA5-AA2B-75CB308623B0}" presName="spaceRect" presStyleCnt="0"/>
      <dgm:spPr/>
    </dgm:pt>
    <dgm:pt modelId="{71C75392-F236-47A3-8263-4C8DB1A562DF}" type="pres">
      <dgm:prSet presAssocID="{26237C31-E061-4FA5-AA2B-75CB308623B0}" presName="textRect" presStyleLbl="revTx" presStyleIdx="0" presStyleCnt="8">
        <dgm:presLayoutVars>
          <dgm:chMax val="1"/>
          <dgm:chPref val="1"/>
        </dgm:presLayoutVars>
      </dgm:prSet>
      <dgm:spPr/>
    </dgm:pt>
    <dgm:pt modelId="{824598EA-A8D5-4872-85C9-2599CDF58051}" type="pres">
      <dgm:prSet presAssocID="{9C5261AB-FCF4-4FE2-B174-EB95EE5C00A1}" presName="sibTrans" presStyleLbl="sibTrans2D1" presStyleIdx="0" presStyleCnt="0"/>
      <dgm:spPr/>
    </dgm:pt>
    <dgm:pt modelId="{B9C27C54-6843-4F76-B43F-8C0DFF9F7115}" type="pres">
      <dgm:prSet presAssocID="{9620C8A3-17C3-4489-AF3B-9854A11BADBD}" presName="compNode" presStyleCnt="0"/>
      <dgm:spPr/>
    </dgm:pt>
    <dgm:pt modelId="{D5D49FB6-3776-42CA-9E19-230B784A7DC8}" type="pres">
      <dgm:prSet presAssocID="{9620C8A3-17C3-4489-AF3B-9854A11BADBD}" presName="iconBgRect" presStyleLbl="bgShp" presStyleIdx="1" presStyleCnt="8"/>
      <dgm:spPr/>
    </dgm:pt>
    <dgm:pt modelId="{7D5E7DB3-3E2F-4639-97B9-4F56A0190E53}" type="pres">
      <dgm:prSet presAssocID="{9620C8A3-17C3-4489-AF3B-9854A11BADBD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9DAFE6B-6F44-4546-8D87-6A86691E21C8}" type="pres">
      <dgm:prSet presAssocID="{9620C8A3-17C3-4489-AF3B-9854A11BADBD}" presName="spaceRect" presStyleCnt="0"/>
      <dgm:spPr/>
    </dgm:pt>
    <dgm:pt modelId="{109FA902-15B3-4122-B06E-8229DEE7CFFD}" type="pres">
      <dgm:prSet presAssocID="{9620C8A3-17C3-4489-AF3B-9854A11BADBD}" presName="textRect" presStyleLbl="revTx" presStyleIdx="1" presStyleCnt="8">
        <dgm:presLayoutVars>
          <dgm:chMax val="1"/>
          <dgm:chPref val="1"/>
        </dgm:presLayoutVars>
      </dgm:prSet>
      <dgm:spPr/>
    </dgm:pt>
    <dgm:pt modelId="{FE4F9640-F6EF-4660-8A02-AC95723A698C}" type="pres">
      <dgm:prSet presAssocID="{FAFEB1B0-AD43-4E1F-BD4D-FE8563EDFB9A}" presName="sibTrans" presStyleLbl="sibTrans2D1" presStyleIdx="0" presStyleCnt="0"/>
      <dgm:spPr/>
    </dgm:pt>
    <dgm:pt modelId="{C7B54517-47E5-4078-AF94-1E231CF8578A}" type="pres">
      <dgm:prSet presAssocID="{6F0B2A9C-5CB6-48FF-BDF9-800C8437F46B}" presName="compNode" presStyleCnt="0"/>
      <dgm:spPr/>
    </dgm:pt>
    <dgm:pt modelId="{0DB183A1-EEFF-4956-ABFD-04D3E4A6EE18}" type="pres">
      <dgm:prSet presAssocID="{6F0B2A9C-5CB6-48FF-BDF9-800C8437F46B}" presName="iconBgRect" presStyleLbl="bgShp" presStyleIdx="2" presStyleCnt="8"/>
      <dgm:spPr/>
    </dgm:pt>
    <dgm:pt modelId="{0901E6A4-C24C-4BC0-BC96-91A050D7F1AF}" type="pres">
      <dgm:prSet presAssocID="{6F0B2A9C-5CB6-48FF-BDF9-800C8437F46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786EA2EE-44DD-4B0A-AC9B-C6B5BFE13CAC}" type="pres">
      <dgm:prSet presAssocID="{6F0B2A9C-5CB6-48FF-BDF9-800C8437F46B}" presName="spaceRect" presStyleCnt="0"/>
      <dgm:spPr/>
    </dgm:pt>
    <dgm:pt modelId="{F5B5C923-CD24-4628-89EF-6C73A06833BB}" type="pres">
      <dgm:prSet presAssocID="{6F0B2A9C-5CB6-48FF-BDF9-800C8437F46B}" presName="textRect" presStyleLbl="revTx" presStyleIdx="2" presStyleCnt="8">
        <dgm:presLayoutVars>
          <dgm:chMax val="1"/>
          <dgm:chPref val="1"/>
        </dgm:presLayoutVars>
      </dgm:prSet>
      <dgm:spPr/>
    </dgm:pt>
    <dgm:pt modelId="{2CCDD009-91D6-4F09-92A0-A71B4C8D3B30}" type="pres">
      <dgm:prSet presAssocID="{EC1D9718-3134-4170-B706-C5F6B7CE3AC6}" presName="sibTrans" presStyleLbl="sibTrans2D1" presStyleIdx="0" presStyleCnt="0"/>
      <dgm:spPr/>
    </dgm:pt>
    <dgm:pt modelId="{4064ED65-E617-4C08-950C-69FF67093BDC}" type="pres">
      <dgm:prSet presAssocID="{64302102-0BEC-47A5-A170-49ED125B9CE6}" presName="compNode" presStyleCnt="0"/>
      <dgm:spPr/>
    </dgm:pt>
    <dgm:pt modelId="{CE69EDD3-D6CD-4588-8D2B-F64B8719CFC7}" type="pres">
      <dgm:prSet presAssocID="{64302102-0BEC-47A5-A170-49ED125B9CE6}" presName="iconBgRect" presStyleLbl="bgShp" presStyleIdx="3" presStyleCnt="8"/>
      <dgm:spPr/>
    </dgm:pt>
    <dgm:pt modelId="{79BAD3F4-1CA0-4120-8E0E-BD6D6E60F9B8}" type="pres">
      <dgm:prSet presAssocID="{64302102-0BEC-47A5-A170-49ED125B9CE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1B6EC30-7BD4-4AE1-BED0-95B8F2B8E58C}" type="pres">
      <dgm:prSet presAssocID="{64302102-0BEC-47A5-A170-49ED125B9CE6}" presName="spaceRect" presStyleCnt="0"/>
      <dgm:spPr/>
    </dgm:pt>
    <dgm:pt modelId="{B9C8AFE1-ACEA-424D-81D2-824CA30F403C}" type="pres">
      <dgm:prSet presAssocID="{64302102-0BEC-47A5-A170-49ED125B9CE6}" presName="textRect" presStyleLbl="revTx" presStyleIdx="3" presStyleCnt="8">
        <dgm:presLayoutVars>
          <dgm:chMax val="1"/>
          <dgm:chPref val="1"/>
        </dgm:presLayoutVars>
      </dgm:prSet>
      <dgm:spPr/>
    </dgm:pt>
    <dgm:pt modelId="{14BB31CF-AA2A-4E6F-8FBC-09BE1ED5C01F}" type="pres">
      <dgm:prSet presAssocID="{B1195A0F-518F-4F35-A93E-772280FCF46E}" presName="sibTrans" presStyleLbl="sibTrans2D1" presStyleIdx="0" presStyleCnt="0"/>
      <dgm:spPr/>
    </dgm:pt>
    <dgm:pt modelId="{64349D88-B85C-4748-A393-25404B11DBB0}" type="pres">
      <dgm:prSet presAssocID="{AC08AD51-7A93-48A7-B773-334B7C2A61F4}" presName="compNode" presStyleCnt="0"/>
      <dgm:spPr/>
    </dgm:pt>
    <dgm:pt modelId="{55575B16-264C-4370-AD3A-D38749EF793B}" type="pres">
      <dgm:prSet presAssocID="{AC08AD51-7A93-48A7-B773-334B7C2A61F4}" presName="iconBgRect" presStyleLbl="bgShp" presStyleIdx="4" presStyleCnt="8"/>
      <dgm:spPr/>
    </dgm:pt>
    <dgm:pt modelId="{8AC2A0B0-0045-48EA-B107-94B0B83CE7A7}" type="pres">
      <dgm:prSet presAssocID="{AC08AD51-7A93-48A7-B773-334B7C2A61F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1AD40A78-3EA1-4D38-B6AA-0EAF6E2A5740}" type="pres">
      <dgm:prSet presAssocID="{AC08AD51-7A93-48A7-B773-334B7C2A61F4}" presName="spaceRect" presStyleCnt="0"/>
      <dgm:spPr/>
    </dgm:pt>
    <dgm:pt modelId="{97B10EB0-D544-4563-934C-9A7DB2527031}" type="pres">
      <dgm:prSet presAssocID="{AC08AD51-7A93-48A7-B773-334B7C2A61F4}" presName="textRect" presStyleLbl="revTx" presStyleIdx="4" presStyleCnt="8">
        <dgm:presLayoutVars>
          <dgm:chMax val="1"/>
          <dgm:chPref val="1"/>
        </dgm:presLayoutVars>
      </dgm:prSet>
      <dgm:spPr/>
    </dgm:pt>
    <dgm:pt modelId="{0736FA19-6EB3-4A87-980B-99546AFCC79E}" type="pres">
      <dgm:prSet presAssocID="{09EDF3C6-8567-40D6-9EBA-B7E8D481BE46}" presName="sibTrans" presStyleLbl="sibTrans2D1" presStyleIdx="0" presStyleCnt="0"/>
      <dgm:spPr/>
    </dgm:pt>
    <dgm:pt modelId="{A86D851D-7618-4EB8-BD97-E590B709B911}" type="pres">
      <dgm:prSet presAssocID="{235AA67E-2304-454B-A67A-DF34D8BDBCFE}" presName="compNode" presStyleCnt="0"/>
      <dgm:spPr/>
    </dgm:pt>
    <dgm:pt modelId="{AB60E7C3-A2C0-4A89-BF57-C5116EC7AF46}" type="pres">
      <dgm:prSet presAssocID="{235AA67E-2304-454B-A67A-DF34D8BDBCFE}" presName="iconBgRect" presStyleLbl="bgShp" presStyleIdx="5" presStyleCnt="8"/>
      <dgm:spPr/>
    </dgm:pt>
    <dgm:pt modelId="{26EBC08D-EBCA-4961-857D-424E67CE845C}" type="pres">
      <dgm:prSet presAssocID="{235AA67E-2304-454B-A67A-DF34D8BDBCF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A2DC4E2C-F61B-4D5F-A7FB-7B029CE73D46}" type="pres">
      <dgm:prSet presAssocID="{235AA67E-2304-454B-A67A-DF34D8BDBCFE}" presName="spaceRect" presStyleCnt="0"/>
      <dgm:spPr/>
    </dgm:pt>
    <dgm:pt modelId="{E55FF5EF-09D7-4B61-BA2C-98E32AB85A42}" type="pres">
      <dgm:prSet presAssocID="{235AA67E-2304-454B-A67A-DF34D8BDBCFE}" presName="textRect" presStyleLbl="revTx" presStyleIdx="5" presStyleCnt="8">
        <dgm:presLayoutVars>
          <dgm:chMax val="1"/>
          <dgm:chPref val="1"/>
        </dgm:presLayoutVars>
      </dgm:prSet>
      <dgm:spPr/>
    </dgm:pt>
    <dgm:pt modelId="{6E34A5E4-5F92-445D-9B30-A09EA434CD28}" type="pres">
      <dgm:prSet presAssocID="{AFBDF5BF-CFF9-4628-BE4D-A3734C694254}" presName="sibTrans" presStyleLbl="sibTrans2D1" presStyleIdx="0" presStyleCnt="0"/>
      <dgm:spPr/>
    </dgm:pt>
    <dgm:pt modelId="{0F363193-CDFF-4604-8BE9-295293702DBD}" type="pres">
      <dgm:prSet presAssocID="{56C7615B-7337-4183-A509-2D6221898450}" presName="compNode" presStyleCnt="0"/>
      <dgm:spPr/>
    </dgm:pt>
    <dgm:pt modelId="{1F93D895-2285-42E0-9FAF-B504FDE4EAAA}" type="pres">
      <dgm:prSet presAssocID="{56C7615B-7337-4183-A509-2D6221898450}" presName="iconBgRect" presStyleLbl="bgShp" presStyleIdx="6" presStyleCnt="8"/>
      <dgm:spPr/>
    </dgm:pt>
    <dgm:pt modelId="{CDCA893F-2598-4C10-8E06-B0F8C98C499F}" type="pres">
      <dgm:prSet presAssocID="{56C7615B-7337-4183-A509-2D6221898450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"/>
        </a:ext>
      </dgm:extLst>
    </dgm:pt>
    <dgm:pt modelId="{99C2569B-BF56-407C-9A7B-C23F2113AD2B}" type="pres">
      <dgm:prSet presAssocID="{56C7615B-7337-4183-A509-2D6221898450}" presName="spaceRect" presStyleCnt="0"/>
      <dgm:spPr/>
    </dgm:pt>
    <dgm:pt modelId="{9EADF6E5-741D-4992-B995-96549A4FA900}" type="pres">
      <dgm:prSet presAssocID="{56C7615B-7337-4183-A509-2D6221898450}" presName="textRect" presStyleLbl="revTx" presStyleIdx="6" presStyleCnt="8">
        <dgm:presLayoutVars>
          <dgm:chMax val="1"/>
          <dgm:chPref val="1"/>
        </dgm:presLayoutVars>
      </dgm:prSet>
      <dgm:spPr/>
    </dgm:pt>
    <dgm:pt modelId="{76DC8638-EF05-487A-B64A-9EEB133CE388}" type="pres">
      <dgm:prSet presAssocID="{7FC9F14B-3ABE-44FB-92C1-EB49E34504BD}" presName="sibTrans" presStyleLbl="sibTrans2D1" presStyleIdx="0" presStyleCnt="0"/>
      <dgm:spPr/>
    </dgm:pt>
    <dgm:pt modelId="{667E8026-6726-4FBD-A642-6E0D78BD936A}" type="pres">
      <dgm:prSet presAssocID="{E19E50FA-0FAA-4B6F-A1F6-09195F8FC74C}" presName="compNode" presStyleCnt="0"/>
      <dgm:spPr/>
    </dgm:pt>
    <dgm:pt modelId="{5F97F890-784F-4871-A1C7-A3AA4C1C7FF6}" type="pres">
      <dgm:prSet presAssocID="{E19E50FA-0FAA-4B6F-A1F6-09195F8FC74C}" presName="iconBgRect" presStyleLbl="bgShp" presStyleIdx="7" presStyleCnt="8"/>
      <dgm:spPr/>
    </dgm:pt>
    <dgm:pt modelId="{485B6B83-7D00-4DDA-A4A1-FBC3145C4898}" type="pres">
      <dgm:prSet presAssocID="{E19E50FA-0FAA-4B6F-A1F6-09195F8FC74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15709DA-5C72-4169-826E-0373F4A7A9B9}" type="pres">
      <dgm:prSet presAssocID="{E19E50FA-0FAA-4B6F-A1F6-09195F8FC74C}" presName="spaceRect" presStyleCnt="0"/>
      <dgm:spPr/>
    </dgm:pt>
    <dgm:pt modelId="{1EBB8E08-84C1-4084-B0B3-077E4B2F4D19}" type="pres">
      <dgm:prSet presAssocID="{E19E50FA-0FAA-4B6F-A1F6-09195F8FC74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7440707-DDDA-4E9D-8C00-8C5F4357FEAB}" srcId="{9C4EFC5A-D7C0-4126-AE5C-2158FF48A995}" destId="{9620C8A3-17C3-4489-AF3B-9854A11BADBD}" srcOrd="1" destOrd="0" parTransId="{407DA51D-026F-45EA-BDA1-8F129326EFF8}" sibTransId="{FAFEB1B0-AD43-4E1F-BD4D-FE8563EDFB9A}"/>
    <dgm:cxn modelId="{82ED5212-AEC5-4840-BDC7-A41EB66522C1}" type="presOf" srcId="{235AA67E-2304-454B-A67A-DF34D8BDBCFE}" destId="{E55FF5EF-09D7-4B61-BA2C-98E32AB85A42}" srcOrd="0" destOrd="0" presId="urn:microsoft.com/office/officeart/2018/2/layout/IconCircleList"/>
    <dgm:cxn modelId="{DF212E13-5808-4D9F-A37F-F6C3C99036B5}" srcId="{9C4EFC5A-D7C0-4126-AE5C-2158FF48A995}" destId="{6F0B2A9C-5CB6-48FF-BDF9-800C8437F46B}" srcOrd="2" destOrd="0" parTransId="{68AF0A5C-1AB0-48B5-88B3-2E8EF65CA668}" sibTransId="{EC1D9718-3134-4170-B706-C5F6B7CE3AC6}"/>
    <dgm:cxn modelId="{1E12461D-6541-45F4-AE93-8F949A7523A7}" srcId="{9C4EFC5A-D7C0-4126-AE5C-2158FF48A995}" destId="{64302102-0BEC-47A5-A170-49ED125B9CE6}" srcOrd="3" destOrd="0" parTransId="{0C11F001-3C98-40A8-840B-FD39748BA8E0}" sibTransId="{B1195A0F-518F-4F35-A93E-772280FCF46E}"/>
    <dgm:cxn modelId="{7F24E41D-607A-4F96-8F5C-9682D60A18ED}" type="presOf" srcId="{7FC9F14B-3ABE-44FB-92C1-EB49E34504BD}" destId="{76DC8638-EF05-487A-B64A-9EEB133CE388}" srcOrd="0" destOrd="0" presId="urn:microsoft.com/office/officeart/2018/2/layout/IconCircleList"/>
    <dgm:cxn modelId="{53DFEA22-EE60-4C1B-B113-C9B67DA63F08}" type="presOf" srcId="{9C5261AB-FCF4-4FE2-B174-EB95EE5C00A1}" destId="{824598EA-A8D5-4872-85C9-2599CDF58051}" srcOrd="0" destOrd="0" presId="urn:microsoft.com/office/officeart/2018/2/layout/IconCircleList"/>
    <dgm:cxn modelId="{079E5B3C-79F9-4465-8207-3B7465384F19}" srcId="{9C4EFC5A-D7C0-4126-AE5C-2158FF48A995}" destId="{E19E50FA-0FAA-4B6F-A1F6-09195F8FC74C}" srcOrd="7" destOrd="0" parTransId="{372C03D8-3261-4F1C-82DF-459C25164AA1}" sibTransId="{99E3AC60-DAAA-49E5-BBEF-F73947C1430D}"/>
    <dgm:cxn modelId="{4F61AA5D-D395-4923-8FD6-4C25F559F5CE}" type="presOf" srcId="{9C4EFC5A-D7C0-4126-AE5C-2158FF48A995}" destId="{85B36984-2A3B-4D9A-A1A7-6C46820ED710}" srcOrd="0" destOrd="0" presId="urn:microsoft.com/office/officeart/2018/2/layout/IconCircleList"/>
    <dgm:cxn modelId="{7E946C47-CB17-4854-9860-4BC93E3F70D3}" type="presOf" srcId="{E19E50FA-0FAA-4B6F-A1F6-09195F8FC74C}" destId="{1EBB8E08-84C1-4084-B0B3-077E4B2F4D19}" srcOrd="0" destOrd="0" presId="urn:microsoft.com/office/officeart/2018/2/layout/IconCircleList"/>
    <dgm:cxn modelId="{CA0DB076-5F08-4AEF-A967-7DEB266FC3E6}" type="presOf" srcId="{09EDF3C6-8567-40D6-9EBA-B7E8D481BE46}" destId="{0736FA19-6EB3-4A87-980B-99546AFCC79E}" srcOrd="0" destOrd="0" presId="urn:microsoft.com/office/officeart/2018/2/layout/IconCircleList"/>
    <dgm:cxn modelId="{6FC5AF80-E70D-4277-9476-BBE9126E3C9D}" type="presOf" srcId="{EC1D9718-3134-4170-B706-C5F6B7CE3AC6}" destId="{2CCDD009-91D6-4F09-92A0-A71B4C8D3B30}" srcOrd="0" destOrd="0" presId="urn:microsoft.com/office/officeart/2018/2/layout/IconCircleList"/>
    <dgm:cxn modelId="{3DF81286-9724-4683-9E9D-DF25150CE199}" srcId="{9C4EFC5A-D7C0-4126-AE5C-2158FF48A995}" destId="{26237C31-E061-4FA5-AA2B-75CB308623B0}" srcOrd="0" destOrd="0" parTransId="{637550CD-B1CB-429C-924B-F68E2D0AAA5B}" sibTransId="{9C5261AB-FCF4-4FE2-B174-EB95EE5C00A1}"/>
    <dgm:cxn modelId="{21BDF890-7A95-42E2-B388-2C7B969B8FDC}" type="presOf" srcId="{64302102-0BEC-47A5-A170-49ED125B9CE6}" destId="{B9C8AFE1-ACEA-424D-81D2-824CA30F403C}" srcOrd="0" destOrd="0" presId="urn:microsoft.com/office/officeart/2018/2/layout/IconCircleList"/>
    <dgm:cxn modelId="{6CC4379B-5FBC-403B-BC39-BB59794A5DDE}" type="presOf" srcId="{AFBDF5BF-CFF9-4628-BE4D-A3734C694254}" destId="{6E34A5E4-5F92-445D-9B30-A09EA434CD28}" srcOrd="0" destOrd="0" presId="urn:microsoft.com/office/officeart/2018/2/layout/IconCircleList"/>
    <dgm:cxn modelId="{47D98FA5-B984-4A80-BF2A-E67E8048BCE0}" type="presOf" srcId="{26237C31-E061-4FA5-AA2B-75CB308623B0}" destId="{71C75392-F236-47A3-8263-4C8DB1A562DF}" srcOrd="0" destOrd="0" presId="urn:microsoft.com/office/officeart/2018/2/layout/IconCircleList"/>
    <dgm:cxn modelId="{909D9EA5-6BBE-4063-A2E8-8A73A8D4BBD3}" type="presOf" srcId="{AC08AD51-7A93-48A7-B773-334B7C2A61F4}" destId="{97B10EB0-D544-4563-934C-9A7DB2527031}" srcOrd="0" destOrd="0" presId="urn:microsoft.com/office/officeart/2018/2/layout/IconCircleList"/>
    <dgm:cxn modelId="{77B20FB2-3A1F-4ED0-8F98-91734B161F5A}" type="presOf" srcId="{FAFEB1B0-AD43-4E1F-BD4D-FE8563EDFB9A}" destId="{FE4F9640-F6EF-4660-8A02-AC95723A698C}" srcOrd="0" destOrd="0" presId="urn:microsoft.com/office/officeart/2018/2/layout/IconCircleList"/>
    <dgm:cxn modelId="{DDA0F7D0-90CA-49E1-A452-EEAAF49E4F01}" type="presOf" srcId="{56C7615B-7337-4183-A509-2D6221898450}" destId="{9EADF6E5-741D-4992-B995-96549A4FA900}" srcOrd="0" destOrd="0" presId="urn:microsoft.com/office/officeart/2018/2/layout/IconCircleList"/>
    <dgm:cxn modelId="{088B6EDC-937D-40DE-AF50-5D6648CB46DE}" srcId="{9C4EFC5A-D7C0-4126-AE5C-2158FF48A995}" destId="{AC08AD51-7A93-48A7-B773-334B7C2A61F4}" srcOrd="4" destOrd="0" parTransId="{936F18C1-A9E7-43D1-BFDD-A3F77EFEA528}" sibTransId="{09EDF3C6-8567-40D6-9EBA-B7E8D481BE46}"/>
    <dgm:cxn modelId="{A5CE3DE1-8862-43D9-A90F-040278634593}" srcId="{9C4EFC5A-D7C0-4126-AE5C-2158FF48A995}" destId="{56C7615B-7337-4183-A509-2D6221898450}" srcOrd="6" destOrd="0" parTransId="{C8A0C7A9-5729-4954-BF9C-B9A1CD2DD671}" sibTransId="{7FC9F14B-3ABE-44FB-92C1-EB49E34504BD}"/>
    <dgm:cxn modelId="{D59AFEE3-4D55-46A2-BFEA-C0A08607AFFF}" type="presOf" srcId="{9620C8A3-17C3-4489-AF3B-9854A11BADBD}" destId="{109FA902-15B3-4122-B06E-8229DEE7CFFD}" srcOrd="0" destOrd="0" presId="urn:microsoft.com/office/officeart/2018/2/layout/IconCircleList"/>
    <dgm:cxn modelId="{5376D3E4-6A74-4F76-97F5-62686183B8E5}" type="presOf" srcId="{B1195A0F-518F-4F35-A93E-772280FCF46E}" destId="{14BB31CF-AA2A-4E6F-8FBC-09BE1ED5C01F}" srcOrd="0" destOrd="0" presId="urn:microsoft.com/office/officeart/2018/2/layout/IconCircleList"/>
    <dgm:cxn modelId="{BEBAF0F2-1045-4473-8E75-3FDD44DDA2E1}" type="presOf" srcId="{6F0B2A9C-5CB6-48FF-BDF9-800C8437F46B}" destId="{F5B5C923-CD24-4628-89EF-6C73A06833BB}" srcOrd="0" destOrd="0" presId="urn:microsoft.com/office/officeart/2018/2/layout/IconCircleList"/>
    <dgm:cxn modelId="{2E5E42F8-2136-4F78-B1BC-A07344455B62}" srcId="{9C4EFC5A-D7C0-4126-AE5C-2158FF48A995}" destId="{235AA67E-2304-454B-A67A-DF34D8BDBCFE}" srcOrd="5" destOrd="0" parTransId="{5F71116D-925D-4808-A6EE-7049A7356C0C}" sibTransId="{AFBDF5BF-CFF9-4628-BE4D-A3734C694254}"/>
    <dgm:cxn modelId="{E8F70C02-B5B8-40A1-9027-5D44420D1894}" type="presParOf" srcId="{85B36984-2A3B-4D9A-A1A7-6C46820ED710}" destId="{86CDA93D-90AD-4C80-A267-26E979691EE5}" srcOrd="0" destOrd="0" presId="urn:microsoft.com/office/officeart/2018/2/layout/IconCircleList"/>
    <dgm:cxn modelId="{991984AE-A7C6-42A6-B1A6-571EE554A841}" type="presParOf" srcId="{86CDA93D-90AD-4C80-A267-26E979691EE5}" destId="{F87BCF09-1833-4C10-B0E3-60741CC053DF}" srcOrd="0" destOrd="0" presId="urn:microsoft.com/office/officeart/2018/2/layout/IconCircleList"/>
    <dgm:cxn modelId="{89A0C7B1-797E-4B6A-9DCF-230EE46DE548}" type="presParOf" srcId="{F87BCF09-1833-4C10-B0E3-60741CC053DF}" destId="{4FB8DE09-2A4D-422A-AFC8-A34BD476408C}" srcOrd="0" destOrd="0" presId="urn:microsoft.com/office/officeart/2018/2/layout/IconCircleList"/>
    <dgm:cxn modelId="{BAF6B018-6CA0-4111-9FE0-F2F7BFFA2BAE}" type="presParOf" srcId="{F87BCF09-1833-4C10-B0E3-60741CC053DF}" destId="{A8B81174-7A1E-46AC-B6A8-A8CA1E132E66}" srcOrd="1" destOrd="0" presId="urn:microsoft.com/office/officeart/2018/2/layout/IconCircleList"/>
    <dgm:cxn modelId="{973A04B6-DFC1-47B6-A357-20BC61C799F2}" type="presParOf" srcId="{F87BCF09-1833-4C10-B0E3-60741CC053DF}" destId="{C45B701D-B4CE-4B37-83CE-F5A1D2A96D6C}" srcOrd="2" destOrd="0" presId="urn:microsoft.com/office/officeart/2018/2/layout/IconCircleList"/>
    <dgm:cxn modelId="{8474B254-5C5F-4D70-A141-3947024A249E}" type="presParOf" srcId="{F87BCF09-1833-4C10-B0E3-60741CC053DF}" destId="{71C75392-F236-47A3-8263-4C8DB1A562DF}" srcOrd="3" destOrd="0" presId="urn:microsoft.com/office/officeart/2018/2/layout/IconCircleList"/>
    <dgm:cxn modelId="{62623ED1-14EA-4080-9A5C-A3103E875E51}" type="presParOf" srcId="{86CDA93D-90AD-4C80-A267-26E979691EE5}" destId="{824598EA-A8D5-4872-85C9-2599CDF58051}" srcOrd="1" destOrd="0" presId="urn:microsoft.com/office/officeart/2018/2/layout/IconCircleList"/>
    <dgm:cxn modelId="{6577D58A-4299-40A5-8E81-FDF15B10D887}" type="presParOf" srcId="{86CDA93D-90AD-4C80-A267-26E979691EE5}" destId="{B9C27C54-6843-4F76-B43F-8C0DFF9F7115}" srcOrd="2" destOrd="0" presId="urn:microsoft.com/office/officeart/2018/2/layout/IconCircleList"/>
    <dgm:cxn modelId="{38476B24-73AA-4570-A961-3C6EF61A3599}" type="presParOf" srcId="{B9C27C54-6843-4F76-B43F-8C0DFF9F7115}" destId="{D5D49FB6-3776-42CA-9E19-230B784A7DC8}" srcOrd="0" destOrd="0" presId="urn:microsoft.com/office/officeart/2018/2/layout/IconCircleList"/>
    <dgm:cxn modelId="{6E0948B5-1FF9-442F-A8AE-A067C8A0B201}" type="presParOf" srcId="{B9C27C54-6843-4F76-B43F-8C0DFF9F7115}" destId="{7D5E7DB3-3E2F-4639-97B9-4F56A0190E53}" srcOrd="1" destOrd="0" presId="urn:microsoft.com/office/officeart/2018/2/layout/IconCircleList"/>
    <dgm:cxn modelId="{8093F8D6-9D2F-4F33-8031-3B18AD9C54EA}" type="presParOf" srcId="{B9C27C54-6843-4F76-B43F-8C0DFF9F7115}" destId="{B9DAFE6B-6F44-4546-8D87-6A86691E21C8}" srcOrd="2" destOrd="0" presId="urn:microsoft.com/office/officeart/2018/2/layout/IconCircleList"/>
    <dgm:cxn modelId="{4823290A-3BEF-45DD-9BFC-A7679D1981A4}" type="presParOf" srcId="{B9C27C54-6843-4F76-B43F-8C0DFF9F7115}" destId="{109FA902-15B3-4122-B06E-8229DEE7CFFD}" srcOrd="3" destOrd="0" presId="urn:microsoft.com/office/officeart/2018/2/layout/IconCircleList"/>
    <dgm:cxn modelId="{011E45D0-CEC1-4247-80D6-F064573F723B}" type="presParOf" srcId="{86CDA93D-90AD-4C80-A267-26E979691EE5}" destId="{FE4F9640-F6EF-4660-8A02-AC95723A698C}" srcOrd="3" destOrd="0" presId="urn:microsoft.com/office/officeart/2018/2/layout/IconCircleList"/>
    <dgm:cxn modelId="{545590E3-9463-4680-B7C7-0A104A14C27C}" type="presParOf" srcId="{86CDA93D-90AD-4C80-A267-26E979691EE5}" destId="{C7B54517-47E5-4078-AF94-1E231CF8578A}" srcOrd="4" destOrd="0" presId="urn:microsoft.com/office/officeart/2018/2/layout/IconCircleList"/>
    <dgm:cxn modelId="{D2CD8EE3-665C-4506-8FF4-865E94BC1BCB}" type="presParOf" srcId="{C7B54517-47E5-4078-AF94-1E231CF8578A}" destId="{0DB183A1-EEFF-4956-ABFD-04D3E4A6EE18}" srcOrd="0" destOrd="0" presId="urn:microsoft.com/office/officeart/2018/2/layout/IconCircleList"/>
    <dgm:cxn modelId="{52C5CFE2-2AF2-4510-80F5-E40F5FF0A8FB}" type="presParOf" srcId="{C7B54517-47E5-4078-AF94-1E231CF8578A}" destId="{0901E6A4-C24C-4BC0-BC96-91A050D7F1AF}" srcOrd="1" destOrd="0" presId="urn:microsoft.com/office/officeart/2018/2/layout/IconCircleList"/>
    <dgm:cxn modelId="{B97D65A4-ABE1-49C8-AB92-0A2FC2BC7BC0}" type="presParOf" srcId="{C7B54517-47E5-4078-AF94-1E231CF8578A}" destId="{786EA2EE-44DD-4B0A-AC9B-C6B5BFE13CAC}" srcOrd="2" destOrd="0" presId="urn:microsoft.com/office/officeart/2018/2/layout/IconCircleList"/>
    <dgm:cxn modelId="{DF23F82F-460B-404C-9419-748794FF11DE}" type="presParOf" srcId="{C7B54517-47E5-4078-AF94-1E231CF8578A}" destId="{F5B5C923-CD24-4628-89EF-6C73A06833BB}" srcOrd="3" destOrd="0" presId="urn:microsoft.com/office/officeart/2018/2/layout/IconCircleList"/>
    <dgm:cxn modelId="{40F17366-388B-40BB-B9D1-CD100F9AE7CE}" type="presParOf" srcId="{86CDA93D-90AD-4C80-A267-26E979691EE5}" destId="{2CCDD009-91D6-4F09-92A0-A71B4C8D3B30}" srcOrd="5" destOrd="0" presId="urn:microsoft.com/office/officeart/2018/2/layout/IconCircleList"/>
    <dgm:cxn modelId="{EB1857E9-910B-4AF1-A4F1-3529A0199FA4}" type="presParOf" srcId="{86CDA93D-90AD-4C80-A267-26E979691EE5}" destId="{4064ED65-E617-4C08-950C-69FF67093BDC}" srcOrd="6" destOrd="0" presId="urn:microsoft.com/office/officeart/2018/2/layout/IconCircleList"/>
    <dgm:cxn modelId="{20A9E1A2-535D-4BC2-9F1C-4AFBF76A53BA}" type="presParOf" srcId="{4064ED65-E617-4C08-950C-69FF67093BDC}" destId="{CE69EDD3-D6CD-4588-8D2B-F64B8719CFC7}" srcOrd="0" destOrd="0" presId="urn:microsoft.com/office/officeart/2018/2/layout/IconCircleList"/>
    <dgm:cxn modelId="{F0D26F8F-B527-4942-ABE7-9D40BC8C43F6}" type="presParOf" srcId="{4064ED65-E617-4C08-950C-69FF67093BDC}" destId="{79BAD3F4-1CA0-4120-8E0E-BD6D6E60F9B8}" srcOrd="1" destOrd="0" presId="urn:microsoft.com/office/officeart/2018/2/layout/IconCircleList"/>
    <dgm:cxn modelId="{C90AF154-D871-4563-ABD7-2A566E16395D}" type="presParOf" srcId="{4064ED65-E617-4C08-950C-69FF67093BDC}" destId="{11B6EC30-7BD4-4AE1-BED0-95B8F2B8E58C}" srcOrd="2" destOrd="0" presId="urn:microsoft.com/office/officeart/2018/2/layout/IconCircleList"/>
    <dgm:cxn modelId="{DBD32615-AF8A-4832-BE72-1CDCFBB480F7}" type="presParOf" srcId="{4064ED65-E617-4C08-950C-69FF67093BDC}" destId="{B9C8AFE1-ACEA-424D-81D2-824CA30F403C}" srcOrd="3" destOrd="0" presId="urn:microsoft.com/office/officeart/2018/2/layout/IconCircleList"/>
    <dgm:cxn modelId="{2554D0E2-3693-4688-A8A8-B33F52D1E81C}" type="presParOf" srcId="{86CDA93D-90AD-4C80-A267-26E979691EE5}" destId="{14BB31CF-AA2A-4E6F-8FBC-09BE1ED5C01F}" srcOrd="7" destOrd="0" presId="urn:microsoft.com/office/officeart/2018/2/layout/IconCircleList"/>
    <dgm:cxn modelId="{633382D6-80C8-4B86-ACCE-68835AAFA432}" type="presParOf" srcId="{86CDA93D-90AD-4C80-A267-26E979691EE5}" destId="{64349D88-B85C-4748-A393-25404B11DBB0}" srcOrd="8" destOrd="0" presId="urn:microsoft.com/office/officeart/2018/2/layout/IconCircleList"/>
    <dgm:cxn modelId="{9AC85F8C-98B8-47AF-A860-AD9829B06D95}" type="presParOf" srcId="{64349D88-B85C-4748-A393-25404B11DBB0}" destId="{55575B16-264C-4370-AD3A-D38749EF793B}" srcOrd="0" destOrd="0" presId="urn:microsoft.com/office/officeart/2018/2/layout/IconCircleList"/>
    <dgm:cxn modelId="{187E1B7A-3179-430F-8DD1-B31B8B635CB1}" type="presParOf" srcId="{64349D88-B85C-4748-A393-25404B11DBB0}" destId="{8AC2A0B0-0045-48EA-B107-94B0B83CE7A7}" srcOrd="1" destOrd="0" presId="urn:microsoft.com/office/officeart/2018/2/layout/IconCircleList"/>
    <dgm:cxn modelId="{681D9B14-EFCA-438F-8586-8E93521A2DDF}" type="presParOf" srcId="{64349D88-B85C-4748-A393-25404B11DBB0}" destId="{1AD40A78-3EA1-4D38-B6AA-0EAF6E2A5740}" srcOrd="2" destOrd="0" presId="urn:microsoft.com/office/officeart/2018/2/layout/IconCircleList"/>
    <dgm:cxn modelId="{177BF067-D18B-436D-948F-79A0A95738D1}" type="presParOf" srcId="{64349D88-B85C-4748-A393-25404B11DBB0}" destId="{97B10EB0-D544-4563-934C-9A7DB2527031}" srcOrd="3" destOrd="0" presId="urn:microsoft.com/office/officeart/2018/2/layout/IconCircleList"/>
    <dgm:cxn modelId="{36064EBF-1FDE-4CBC-A865-C1C8ED03C81B}" type="presParOf" srcId="{86CDA93D-90AD-4C80-A267-26E979691EE5}" destId="{0736FA19-6EB3-4A87-980B-99546AFCC79E}" srcOrd="9" destOrd="0" presId="urn:microsoft.com/office/officeart/2018/2/layout/IconCircleList"/>
    <dgm:cxn modelId="{8AE3D303-1DD2-4F65-BF6A-7E9D1134DB58}" type="presParOf" srcId="{86CDA93D-90AD-4C80-A267-26E979691EE5}" destId="{A86D851D-7618-4EB8-BD97-E590B709B911}" srcOrd="10" destOrd="0" presId="urn:microsoft.com/office/officeart/2018/2/layout/IconCircleList"/>
    <dgm:cxn modelId="{154DF4EA-FC35-488A-A1A2-FC3EC0686D74}" type="presParOf" srcId="{A86D851D-7618-4EB8-BD97-E590B709B911}" destId="{AB60E7C3-A2C0-4A89-BF57-C5116EC7AF46}" srcOrd="0" destOrd="0" presId="urn:microsoft.com/office/officeart/2018/2/layout/IconCircleList"/>
    <dgm:cxn modelId="{1BC8B87D-1597-4EFD-AA5E-CCB199B323E0}" type="presParOf" srcId="{A86D851D-7618-4EB8-BD97-E590B709B911}" destId="{26EBC08D-EBCA-4961-857D-424E67CE845C}" srcOrd="1" destOrd="0" presId="urn:microsoft.com/office/officeart/2018/2/layout/IconCircleList"/>
    <dgm:cxn modelId="{B523EE7B-8A08-4B41-A901-0EB10415BEA0}" type="presParOf" srcId="{A86D851D-7618-4EB8-BD97-E590B709B911}" destId="{A2DC4E2C-F61B-4D5F-A7FB-7B029CE73D46}" srcOrd="2" destOrd="0" presId="urn:microsoft.com/office/officeart/2018/2/layout/IconCircleList"/>
    <dgm:cxn modelId="{99620D3F-4EF0-4DC6-B619-372E65955B2C}" type="presParOf" srcId="{A86D851D-7618-4EB8-BD97-E590B709B911}" destId="{E55FF5EF-09D7-4B61-BA2C-98E32AB85A42}" srcOrd="3" destOrd="0" presId="urn:microsoft.com/office/officeart/2018/2/layout/IconCircleList"/>
    <dgm:cxn modelId="{EE386AEE-C5AE-4242-8299-EC83ED114FAD}" type="presParOf" srcId="{86CDA93D-90AD-4C80-A267-26E979691EE5}" destId="{6E34A5E4-5F92-445D-9B30-A09EA434CD28}" srcOrd="11" destOrd="0" presId="urn:microsoft.com/office/officeart/2018/2/layout/IconCircleList"/>
    <dgm:cxn modelId="{7C40EFF8-E64E-485D-A760-E532785F5C06}" type="presParOf" srcId="{86CDA93D-90AD-4C80-A267-26E979691EE5}" destId="{0F363193-CDFF-4604-8BE9-295293702DBD}" srcOrd="12" destOrd="0" presId="urn:microsoft.com/office/officeart/2018/2/layout/IconCircleList"/>
    <dgm:cxn modelId="{EEFFC931-1D59-41B9-92B8-6BF5203FEF2A}" type="presParOf" srcId="{0F363193-CDFF-4604-8BE9-295293702DBD}" destId="{1F93D895-2285-42E0-9FAF-B504FDE4EAAA}" srcOrd="0" destOrd="0" presId="urn:microsoft.com/office/officeart/2018/2/layout/IconCircleList"/>
    <dgm:cxn modelId="{1EA79DD5-857F-410C-A9D9-D913A30492A5}" type="presParOf" srcId="{0F363193-CDFF-4604-8BE9-295293702DBD}" destId="{CDCA893F-2598-4C10-8E06-B0F8C98C499F}" srcOrd="1" destOrd="0" presId="urn:microsoft.com/office/officeart/2018/2/layout/IconCircleList"/>
    <dgm:cxn modelId="{DC6C4D83-B489-4804-BF01-941962C5BBCC}" type="presParOf" srcId="{0F363193-CDFF-4604-8BE9-295293702DBD}" destId="{99C2569B-BF56-407C-9A7B-C23F2113AD2B}" srcOrd="2" destOrd="0" presId="urn:microsoft.com/office/officeart/2018/2/layout/IconCircleList"/>
    <dgm:cxn modelId="{E3387F73-B562-4B20-97DC-D21516DBE20F}" type="presParOf" srcId="{0F363193-CDFF-4604-8BE9-295293702DBD}" destId="{9EADF6E5-741D-4992-B995-96549A4FA900}" srcOrd="3" destOrd="0" presId="urn:microsoft.com/office/officeart/2018/2/layout/IconCircleList"/>
    <dgm:cxn modelId="{28A6B54E-ED17-435B-AD67-5442D2E507AF}" type="presParOf" srcId="{86CDA93D-90AD-4C80-A267-26E979691EE5}" destId="{76DC8638-EF05-487A-B64A-9EEB133CE388}" srcOrd="13" destOrd="0" presId="urn:microsoft.com/office/officeart/2018/2/layout/IconCircleList"/>
    <dgm:cxn modelId="{5298A81A-917B-4C29-89FC-33007ABFFB73}" type="presParOf" srcId="{86CDA93D-90AD-4C80-A267-26E979691EE5}" destId="{667E8026-6726-4FBD-A642-6E0D78BD936A}" srcOrd="14" destOrd="0" presId="urn:microsoft.com/office/officeart/2018/2/layout/IconCircleList"/>
    <dgm:cxn modelId="{727951FA-CD1B-4975-8343-31C440754E2B}" type="presParOf" srcId="{667E8026-6726-4FBD-A642-6E0D78BD936A}" destId="{5F97F890-784F-4871-A1C7-A3AA4C1C7FF6}" srcOrd="0" destOrd="0" presId="urn:microsoft.com/office/officeart/2018/2/layout/IconCircleList"/>
    <dgm:cxn modelId="{0A879097-B1C2-4E5E-9A94-5B8CBBE749C9}" type="presParOf" srcId="{667E8026-6726-4FBD-A642-6E0D78BD936A}" destId="{485B6B83-7D00-4DDA-A4A1-FBC3145C4898}" srcOrd="1" destOrd="0" presId="urn:microsoft.com/office/officeart/2018/2/layout/IconCircleList"/>
    <dgm:cxn modelId="{B03FCF1B-E630-4CF1-9FBC-B891FAB68C80}" type="presParOf" srcId="{667E8026-6726-4FBD-A642-6E0D78BD936A}" destId="{915709DA-5C72-4169-826E-0373F4A7A9B9}" srcOrd="2" destOrd="0" presId="urn:microsoft.com/office/officeart/2018/2/layout/IconCircleList"/>
    <dgm:cxn modelId="{23B6FC9A-5114-4515-A1CB-103CDF32066C}" type="presParOf" srcId="{667E8026-6726-4FBD-A642-6E0D78BD936A}" destId="{1EBB8E08-84C1-4084-B0B3-077E4B2F4D1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10E415-4D65-4479-B9F1-FA71322E499F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90A7BCD5-B4BA-450B-AAC5-D41162A1B0E3}">
      <dgm:prSet/>
      <dgm:spPr/>
      <dgm:t>
        <a:bodyPr/>
        <a:lstStyle/>
        <a:p>
          <a:r>
            <a:rPr lang="en-US" dirty="0"/>
            <a:t>Frontend: React 18, TypeScript, Vite/Next, React Query, react-i18next, Chart.js/D3, </a:t>
          </a:r>
          <a:r>
            <a:rPr lang="en-US" dirty="0" err="1"/>
            <a:t>TailwindCSS</a:t>
          </a:r>
          <a:r>
            <a:rPr lang="en-US" dirty="0"/>
            <a:t>.</a:t>
          </a:r>
        </a:p>
      </dgm:t>
    </dgm:pt>
    <dgm:pt modelId="{700C3E34-4EA5-457E-84C2-A23EDAEB671B}" type="parTrans" cxnId="{D282E2A2-40F8-4983-9BC1-B642C88580C5}">
      <dgm:prSet/>
      <dgm:spPr/>
      <dgm:t>
        <a:bodyPr/>
        <a:lstStyle/>
        <a:p>
          <a:endParaRPr lang="en-US"/>
        </a:p>
      </dgm:t>
    </dgm:pt>
    <dgm:pt modelId="{F00FA749-1F31-4AAF-A58F-D41BF58DF857}" type="sibTrans" cxnId="{D282E2A2-40F8-4983-9BC1-B642C88580C5}">
      <dgm:prSet/>
      <dgm:spPr/>
      <dgm:t>
        <a:bodyPr/>
        <a:lstStyle/>
        <a:p>
          <a:endParaRPr lang="en-US"/>
        </a:p>
      </dgm:t>
    </dgm:pt>
    <dgm:pt modelId="{F57A79E3-1A4A-440B-8429-901B66B6DCCA}">
      <dgm:prSet/>
      <dgm:spPr/>
      <dgm:t>
        <a:bodyPr/>
        <a:lstStyle/>
        <a:p>
          <a:r>
            <a:rPr lang="en-US"/>
            <a:t>Backend: Node.js (NestJS/Express) for calc/admin APIs; FastAPI/Python for optional CV service.</a:t>
          </a:r>
        </a:p>
      </dgm:t>
    </dgm:pt>
    <dgm:pt modelId="{5AA377C3-B0B8-4C48-BC92-F4D795C4ACA7}" type="parTrans" cxnId="{F514D715-86AE-4608-BCDE-CDFCDEE7303E}">
      <dgm:prSet/>
      <dgm:spPr/>
      <dgm:t>
        <a:bodyPr/>
        <a:lstStyle/>
        <a:p>
          <a:endParaRPr lang="en-US"/>
        </a:p>
      </dgm:t>
    </dgm:pt>
    <dgm:pt modelId="{D25A681B-74D5-46F0-A36D-93FBC39D547A}" type="sibTrans" cxnId="{F514D715-86AE-4608-BCDE-CDFCDEE7303E}">
      <dgm:prSet/>
      <dgm:spPr/>
      <dgm:t>
        <a:bodyPr/>
        <a:lstStyle/>
        <a:p>
          <a:endParaRPr lang="en-US"/>
        </a:p>
      </dgm:t>
    </dgm:pt>
    <dgm:pt modelId="{82B0E6BE-7759-4DB7-9F6E-F894B9EEA079}">
      <dgm:prSet/>
      <dgm:spPr/>
      <dgm:t>
        <a:bodyPr/>
        <a:lstStyle/>
        <a:p>
          <a:r>
            <a:rPr lang="en-US"/>
            <a:t>Data: PostgreSQL 15 (primary store), Redis 7 (cache).</a:t>
          </a:r>
        </a:p>
      </dgm:t>
    </dgm:pt>
    <dgm:pt modelId="{8A31FF1B-7AA4-41DC-BE4B-3A113137CEB8}" type="parTrans" cxnId="{2DEBBCFF-77F1-4083-8CFC-B700A7F89E73}">
      <dgm:prSet/>
      <dgm:spPr/>
      <dgm:t>
        <a:bodyPr/>
        <a:lstStyle/>
        <a:p>
          <a:endParaRPr lang="en-US"/>
        </a:p>
      </dgm:t>
    </dgm:pt>
    <dgm:pt modelId="{2B6B2150-126B-4A99-A282-67B6B364DA67}" type="sibTrans" cxnId="{2DEBBCFF-77F1-4083-8CFC-B700A7F89E73}">
      <dgm:prSet/>
      <dgm:spPr/>
      <dgm:t>
        <a:bodyPr/>
        <a:lstStyle/>
        <a:p>
          <a:endParaRPr lang="en-US"/>
        </a:p>
      </dgm:t>
    </dgm:pt>
    <dgm:pt modelId="{EB047F21-2BF7-4B8A-89C5-A025094A4A57}">
      <dgm:prSet/>
      <dgm:spPr/>
      <dgm:t>
        <a:bodyPr/>
        <a:lstStyle/>
        <a:p>
          <a:r>
            <a:rPr lang="en-US"/>
            <a:t>ETL/Orchestration: Python + Pandas, Airflow/Prefect.</a:t>
          </a:r>
        </a:p>
      </dgm:t>
    </dgm:pt>
    <dgm:pt modelId="{F66323BC-5C3A-4919-9B02-FEF9D2A59E92}" type="parTrans" cxnId="{45DD6ED9-09EE-4791-ABCD-AB0CF60EC175}">
      <dgm:prSet/>
      <dgm:spPr/>
      <dgm:t>
        <a:bodyPr/>
        <a:lstStyle/>
        <a:p>
          <a:endParaRPr lang="en-US"/>
        </a:p>
      </dgm:t>
    </dgm:pt>
    <dgm:pt modelId="{3FB2C6DE-6168-497A-AE77-5A4085E5C326}" type="sibTrans" cxnId="{45DD6ED9-09EE-4791-ABCD-AB0CF60EC175}">
      <dgm:prSet/>
      <dgm:spPr/>
      <dgm:t>
        <a:bodyPr/>
        <a:lstStyle/>
        <a:p>
          <a:endParaRPr lang="en-US"/>
        </a:p>
      </dgm:t>
    </dgm:pt>
    <dgm:pt modelId="{5073CE1B-BCB4-46BE-8909-CE86F105B16C}">
      <dgm:prSet/>
      <dgm:spPr/>
      <dgm:t>
        <a:bodyPr/>
        <a:lstStyle/>
        <a:p>
          <a:r>
            <a:rPr lang="en-US"/>
            <a:t>AI/CV: PyTorch/TensorFlow Lite; ZXing for barcode.</a:t>
          </a:r>
        </a:p>
      </dgm:t>
    </dgm:pt>
    <dgm:pt modelId="{86D10B9D-50B3-4363-A2EB-4241830ED4AD}" type="parTrans" cxnId="{CF640D82-7D11-4437-9FC4-EAC34AE59267}">
      <dgm:prSet/>
      <dgm:spPr/>
      <dgm:t>
        <a:bodyPr/>
        <a:lstStyle/>
        <a:p>
          <a:endParaRPr lang="en-US"/>
        </a:p>
      </dgm:t>
    </dgm:pt>
    <dgm:pt modelId="{D01ABC8F-7E85-4D6B-8E44-B020970E6593}" type="sibTrans" cxnId="{CF640D82-7D11-4437-9FC4-EAC34AE59267}">
      <dgm:prSet/>
      <dgm:spPr/>
      <dgm:t>
        <a:bodyPr/>
        <a:lstStyle/>
        <a:p>
          <a:endParaRPr lang="en-US"/>
        </a:p>
      </dgm:t>
    </dgm:pt>
    <dgm:pt modelId="{26E89EDF-315B-4880-85B8-DF9D12C6F095}">
      <dgm:prSet/>
      <dgm:spPr/>
      <dgm:t>
        <a:bodyPr/>
        <a:lstStyle/>
        <a:p>
          <a:r>
            <a:rPr lang="en-US"/>
            <a:t>Security: OAuth2/OIDC (Keycloak/Cognito), JWT; rate limiting; OpenAPI/Swagger.</a:t>
          </a:r>
        </a:p>
      </dgm:t>
    </dgm:pt>
    <dgm:pt modelId="{1D463F24-8212-4B9E-B8F2-60A4D32D027C}" type="parTrans" cxnId="{BFCCF793-8E4B-497F-B8EC-D80955AFA654}">
      <dgm:prSet/>
      <dgm:spPr/>
      <dgm:t>
        <a:bodyPr/>
        <a:lstStyle/>
        <a:p>
          <a:endParaRPr lang="en-US"/>
        </a:p>
      </dgm:t>
    </dgm:pt>
    <dgm:pt modelId="{74E7682F-26D3-4768-AEF9-6058D53C4B23}" type="sibTrans" cxnId="{BFCCF793-8E4B-497F-B8EC-D80955AFA654}">
      <dgm:prSet/>
      <dgm:spPr/>
      <dgm:t>
        <a:bodyPr/>
        <a:lstStyle/>
        <a:p>
          <a:endParaRPr lang="en-US"/>
        </a:p>
      </dgm:t>
    </dgm:pt>
    <dgm:pt modelId="{3D3684A0-44A0-46DB-9DB4-CEEAD3A43BA3}">
      <dgm:prSet/>
      <dgm:spPr/>
      <dgm:t>
        <a:bodyPr/>
        <a:lstStyle/>
        <a:p>
          <a:r>
            <a:rPr lang="en-US"/>
            <a:t>DevOps: Docker, docker-compose, GitHub Actions (CI/CD), Jest/PyTest, ESLint/Prettier, ruff/mypy.</a:t>
          </a:r>
        </a:p>
      </dgm:t>
    </dgm:pt>
    <dgm:pt modelId="{C2146ED6-0D52-44F3-8F84-6FBE06E700B2}" type="parTrans" cxnId="{3BDF789B-7E80-4E4D-9B07-FA064BA9EA7E}">
      <dgm:prSet/>
      <dgm:spPr/>
      <dgm:t>
        <a:bodyPr/>
        <a:lstStyle/>
        <a:p>
          <a:endParaRPr lang="en-US"/>
        </a:p>
      </dgm:t>
    </dgm:pt>
    <dgm:pt modelId="{37F15B77-477C-40E3-8561-E61E26EDB9C5}" type="sibTrans" cxnId="{3BDF789B-7E80-4E4D-9B07-FA064BA9EA7E}">
      <dgm:prSet/>
      <dgm:spPr/>
      <dgm:t>
        <a:bodyPr/>
        <a:lstStyle/>
        <a:p>
          <a:endParaRPr lang="en-US"/>
        </a:p>
      </dgm:t>
    </dgm:pt>
    <dgm:pt modelId="{D3094473-5B95-43BB-A5F8-686115C1E320}">
      <dgm:prSet/>
      <dgm:spPr/>
      <dgm:t>
        <a:bodyPr/>
        <a:lstStyle/>
        <a:p>
          <a:r>
            <a:rPr lang="en-US"/>
            <a:t>Observability: Sentry or OpenTelemetry + ELK.</a:t>
          </a:r>
        </a:p>
      </dgm:t>
    </dgm:pt>
    <dgm:pt modelId="{83794C92-A271-4F8E-8523-BF1EA7F95A47}" type="parTrans" cxnId="{9D958D25-3265-41F4-B8AF-EEF8F3416FE1}">
      <dgm:prSet/>
      <dgm:spPr/>
      <dgm:t>
        <a:bodyPr/>
        <a:lstStyle/>
        <a:p>
          <a:endParaRPr lang="en-US"/>
        </a:p>
      </dgm:t>
    </dgm:pt>
    <dgm:pt modelId="{EBAE8526-B4DA-4F4E-B13D-D894DA5508E1}" type="sibTrans" cxnId="{9D958D25-3265-41F4-B8AF-EEF8F3416FE1}">
      <dgm:prSet/>
      <dgm:spPr/>
      <dgm:t>
        <a:bodyPr/>
        <a:lstStyle/>
        <a:p>
          <a:endParaRPr lang="en-US"/>
        </a:p>
      </dgm:t>
    </dgm:pt>
    <dgm:pt modelId="{1D42B47A-3976-43E6-A260-14F7B594F2DC}" type="pres">
      <dgm:prSet presAssocID="{E710E415-4D65-4479-B9F1-FA71322E499F}" presName="diagram" presStyleCnt="0">
        <dgm:presLayoutVars>
          <dgm:dir/>
          <dgm:resizeHandles val="exact"/>
        </dgm:presLayoutVars>
      </dgm:prSet>
      <dgm:spPr/>
    </dgm:pt>
    <dgm:pt modelId="{E5B6DCC1-3E71-4FA0-8031-6A43A7164DE4}" type="pres">
      <dgm:prSet presAssocID="{90A7BCD5-B4BA-450B-AAC5-D41162A1B0E3}" presName="node" presStyleLbl="node1" presStyleIdx="0" presStyleCnt="8">
        <dgm:presLayoutVars>
          <dgm:bulletEnabled val="1"/>
        </dgm:presLayoutVars>
      </dgm:prSet>
      <dgm:spPr/>
    </dgm:pt>
    <dgm:pt modelId="{2F9D2889-3580-49C9-B307-D55A4D2B3523}" type="pres">
      <dgm:prSet presAssocID="{F00FA749-1F31-4AAF-A58F-D41BF58DF857}" presName="sibTrans" presStyleCnt="0"/>
      <dgm:spPr/>
    </dgm:pt>
    <dgm:pt modelId="{8D67705A-EA29-4DB1-BEE0-FFE67A8537BB}" type="pres">
      <dgm:prSet presAssocID="{F57A79E3-1A4A-440B-8429-901B66B6DCCA}" presName="node" presStyleLbl="node1" presStyleIdx="1" presStyleCnt="8">
        <dgm:presLayoutVars>
          <dgm:bulletEnabled val="1"/>
        </dgm:presLayoutVars>
      </dgm:prSet>
      <dgm:spPr/>
    </dgm:pt>
    <dgm:pt modelId="{F4F10424-54BF-46D8-A520-C5CA7F53FADA}" type="pres">
      <dgm:prSet presAssocID="{D25A681B-74D5-46F0-A36D-93FBC39D547A}" presName="sibTrans" presStyleCnt="0"/>
      <dgm:spPr/>
    </dgm:pt>
    <dgm:pt modelId="{B6C77228-CB81-4109-9A34-1ED52F99EC15}" type="pres">
      <dgm:prSet presAssocID="{82B0E6BE-7759-4DB7-9F6E-F894B9EEA079}" presName="node" presStyleLbl="node1" presStyleIdx="2" presStyleCnt="8">
        <dgm:presLayoutVars>
          <dgm:bulletEnabled val="1"/>
        </dgm:presLayoutVars>
      </dgm:prSet>
      <dgm:spPr/>
    </dgm:pt>
    <dgm:pt modelId="{A13AF11B-72FC-4F8B-963E-997CA2EC4304}" type="pres">
      <dgm:prSet presAssocID="{2B6B2150-126B-4A99-A282-67B6B364DA67}" presName="sibTrans" presStyleCnt="0"/>
      <dgm:spPr/>
    </dgm:pt>
    <dgm:pt modelId="{DB45FF72-93D0-4081-9DC1-428A1D24E1DE}" type="pres">
      <dgm:prSet presAssocID="{EB047F21-2BF7-4B8A-89C5-A025094A4A57}" presName="node" presStyleLbl="node1" presStyleIdx="3" presStyleCnt="8">
        <dgm:presLayoutVars>
          <dgm:bulletEnabled val="1"/>
        </dgm:presLayoutVars>
      </dgm:prSet>
      <dgm:spPr/>
    </dgm:pt>
    <dgm:pt modelId="{69D9371B-35B9-4D42-8020-73C704A1D6AA}" type="pres">
      <dgm:prSet presAssocID="{3FB2C6DE-6168-497A-AE77-5A4085E5C326}" presName="sibTrans" presStyleCnt="0"/>
      <dgm:spPr/>
    </dgm:pt>
    <dgm:pt modelId="{84E2393B-86CC-4153-88D3-20E2DE8ACC3A}" type="pres">
      <dgm:prSet presAssocID="{5073CE1B-BCB4-46BE-8909-CE86F105B16C}" presName="node" presStyleLbl="node1" presStyleIdx="4" presStyleCnt="8">
        <dgm:presLayoutVars>
          <dgm:bulletEnabled val="1"/>
        </dgm:presLayoutVars>
      </dgm:prSet>
      <dgm:spPr/>
    </dgm:pt>
    <dgm:pt modelId="{D68E5010-5BBF-4825-B694-E7237271113B}" type="pres">
      <dgm:prSet presAssocID="{D01ABC8F-7E85-4D6B-8E44-B020970E6593}" presName="sibTrans" presStyleCnt="0"/>
      <dgm:spPr/>
    </dgm:pt>
    <dgm:pt modelId="{6D3CA48B-2296-446D-BFB4-6D7C684DB135}" type="pres">
      <dgm:prSet presAssocID="{26E89EDF-315B-4880-85B8-DF9D12C6F095}" presName="node" presStyleLbl="node1" presStyleIdx="5" presStyleCnt="8">
        <dgm:presLayoutVars>
          <dgm:bulletEnabled val="1"/>
        </dgm:presLayoutVars>
      </dgm:prSet>
      <dgm:spPr/>
    </dgm:pt>
    <dgm:pt modelId="{5E9C3834-334A-40D1-B721-56131E95C8AC}" type="pres">
      <dgm:prSet presAssocID="{74E7682F-26D3-4768-AEF9-6058D53C4B23}" presName="sibTrans" presStyleCnt="0"/>
      <dgm:spPr/>
    </dgm:pt>
    <dgm:pt modelId="{EE668418-C499-4618-8C93-5368F689ED71}" type="pres">
      <dgm:prSet presAssocID="{3D3684A0-44A0-46DB-9DB4-CEEAD3A43BA3}" presName="node" presStyleLbl="node1" presStyleIdx="6" presStyleCnt="8">
        <dgm:presLayoutVars>
          <dgm:bulletEnabled val="1"/>
        </dgm:presLayoutVars>
      </dgm:prSet>
      <dgm:spPr/>
    </dgm:pt>
    <dgm:pt modelId="{624C70D4-03C2-43EC-902F-32381E943ECA}" type="pres">
      <dgm:prSet presAssocID="{37F15B77-477C-40E3-8561-E61E26EDB9C5}" presName="sibTrans" presStyleCnt="0"/>
      <dgm:spPr/>
    </dgm:pt>
    <dgm:pt modelId="{5F29A9AE-E111-443E-BEF1-94F93EA63418}" type="pres">
      <dgm:prSet presAssocID="{D3094473-5B95-43BB-A5F8-686115C1E320}" presName="node" presStyleLbl="node1" presStyleIdx="7" presStyleCnt="8">
        <dgm:presLayoutVars>
          <dgm:bulletEnabled val="1"/>
        </dgm:presLayoutVars>
      </dgm:prSet>
      <dgm:spPr/>
    </dgm:pt>
  </dgm:ptLst>
  <dgm:cxnLst>
    <dgm:cxn modelId="{6C4ABA08-5084-41CF-9E67-27FC8D58E365}" type="presOf" srcId="{5073CE1B-BCB4-46BE-8909-CE86F105B16C}" destId="{84E2393B-86CC-4153-88D3-20E2DE8ACC3A}" srcOrd="0" destOrd="0" presId="urn:microsoft.com/office/officeart/2005/8/layout/default"/>
    <dgm:cxn modelId="{F514D715-86AE-4608-BCDE-CDFCDEE7303E}" srcId="{E710E415-4D65-4479-B9F1-FA71322E499F}" destId="{F57A79E3-1A4A-440B-8429-901B66B6DCCA}" srcOrd="1" destOrd="0" parTransId="{5AA377C3-B0B8-4C48-BC92-F4D795C4ACA7}" sibTransId="{D25A681B-74D5-46F0-A36D-93FBC39D547A}"/>
    <dgm:cxn modelId="{FD3E4D20-6B02-4834-8A11-AF0D6F35501B}" type="presOf" srcId="{F57A79E3-1A4A-440B-8429-901B66B6DCCA}" destId="{8D67705A-EA29-4DB1-BEE0-FFE67A8537BB}" srcOrd="0" destOrd="0" presId="urn:microsoft.com/office/officeart/2005/8/layout/default"/>
    <dgm:cxn modelId="{9D958D25-3265-41F4-B8AF-EEF8F3416FE1}" srcId="{E710E415-4D65-4479-B9F1-FA71322E499F}" destId="{D3094473-5B95-43BB-A5F8-686115C1E320}" srcOrd="7" destOrd="0" parTransId="{83794C92-A271-4F8E-8523-BF1EA7F95A47}" sibTransId="{EBAE8526-B4DA-4F4E-B13D-D894DA5508E1}"/>
    <dgm:cxn modelId="{193B8F2E-CD2D-4961-9715-3674615A35ED}" type="presOf" srcId="{D3094473-5B95-43BB-A5F8-686115C1E320}" destId="{5F29A9AE-E111-443E-BEF1-94F93EA63418}" srcOrd="0" destOrd="0" presId="urn:microsoft.com/office/officeart/2005/8/layout/default"/>
    <dgm:cxn modelId="{128B6458-038D-4C2A-ADC9-4F301517B19A}" type="presOf" srcId="{82B0E6BE-7759-4DB7-9F6E-F894B9EEA079}" destId="{B6C77228-CB81-4109-9A34-1ED52F99EC15}" srcOrd="0" destOrd="0" presId="urn:microsoft.com/office/officeart/2005/8/layout/default"/>
    <dgm:cxn modelId="{A687707C-E82A-4846-B6E4-80C1810A7560}" type="presOf" srcId="{90A7BCD5-B4BA-450B-AAC5-D41162A1B0E3}" destId="{E5B6DCC1-3E71-4FA0-8031-6A43A7164DE4}" srcOrd="0" destOrd="0" presId="urn:microsoft.com/office/officeart/2005/8/layout/default"/>
    <dgm:cxn modelId="{CF640D82-7D11-4437-9FC4-EAC34AE59267}" srcId="{E710E415-4D65-4479-B9F1-FA71322E499F}" destId="{5073CE1B-BCB4-46BE-8909-CE86F105B16C}" srcOrd="4" destOrd="0" parTransId="{86D10B9D-50B3-4363-A2EB-4241830ED4AD}" sibTransId="{D01ABC8F-7E85-4D6B-8E44-B020970E6593}"/>
    <dgm:cxn modelId="{733E6386-F3E2-4271-9F1F-085BB850DCA8}" type="presOf" srcId="{3D3684A0-44A0-46DB-9DB4-CEEAD3A43BA3}" destId="{EE668418-C499-4618-8C93-5368F689ED71}" srcOrd="0" destOrd="0" presId="urn:microsoft.com/office/officeart/2005/8/layout/default"/>
    <dgm:cxn modelId="{695D8B8E-7394-4B1D-B5A0-B068BA7CE858}" type="presOf" srcId="{E710E415-4D65-4479-B9F1-FA71322E499F}" destId="{1D42B47A-3976-43E6-A260-14F7B594F2DC}" srcOrd="0" destOrd="0" presId="urn:microsoft.com/office/officeart/2005/8/layout/default"/>
    <dgm:cxn modelId="{28BA748F-716C-4284-98D6-080C10D0641C}" type="presOf" srcId="{26E89EDF-315B-4880-85B8-DF9D12C6F095}" destId="{6D3CA48B-2296-446D-BFB4-6D7C684DB135}" srcOrd="0" destOrd="0" presId="urn:microsoft.com/office/officeart/2005/8/layout/default"/>
    <dgm:cxn modelId="{BFCCF793-8E4B-497F-B8EC-D80955AFA654}" srcId="{E710E415-4D65-4479-B9F1-FA71322E499F}" destId="{26E89EDF-315B-4880-85B8-DF9D12C6F095}" srcOrd="5" destOrd="0" parTransId="{1D463F24-8212-4B9E-B8F2-60A4D32D027C}" sibTransId="{74E7682F-26D3-4768-AEF9-6058D53C4B23}"/>
    <dgm:cxn modelId="{3BDF789B-7E80-4E4D-9B07-FA064BA9EA7E}" srcId="{E710E415-4D65-4479-B9F1-FA71322E499F}" destId="{3D3684A0-44A0-46DB-9DB4-CEEAD3A43BA3}" srcOrd="6" destOrd="0" parTransId="{C2146ED6-0D52-44F3-8F84-6FBE06E700B2}" sibTransId="{37F15B77-477C-40E3-8561-E61E26EDB9C5}"/>
    <dgm:cxn modelId="{D282E2A2-40F8-4983-9BC1-B642C88580C5}" srcId="{E710E415-4D65-4479-B9F1-FA71322E499F}" destId="{90A7BCD5-B4BA-450B-AAC5-D41162A1B0E3}" srcOrd="0" destOrd="0" parTransId="{700C3E34-4EA5-457E-84C2-A23EDAEB671B}" sibTransId="{F00FA749-1F31-4AAF-A58F-D41BF58DF857}"/>
    <dgm:cxn modelId="{587D2ED0-EC19-4C54-A5D4-59DFC355F865}" type="presOf" srcId="{EB047F21-2BF7-4B8A-89C5-A025094A4A57}" destId="{DB45FF72-93D0-4081-9DC1-428A1D24E1DE}" srcOrd="0" destOrd="0" presId="urn:microsoft.com/office/officeart/2005/8/layout/default"/>
    <dgm:cxn modelId="{45DD6ED9-09EE-4791-ABCD-AB0CF60EC175}" srcId="{E710E415-4D65-4479-B9F1-FA71322E499F}" destId="{EB047F21-2BF7-4B8A-89C5-A025094A4A57}" srcOrd="3" destOrd="0" parTransId="{F66323BC-5C3A-4919-9B02-FEF9D2A59E92}" sibTransId="{3FB2C6DE-6168-497A-AE77-5A4085E5C326}"/>
    <dgm:cxn modelId="{2DEBBCFF-77F1-4083-8CFC-B700A7F89E73}" srcId="{E710E415-4D65-4479-B9F1-FA71322E499F}" destId="{82B0E6BE-7759-4DB7-9F6E-F894B9EEA079}" srcOrd="2" destOrd="0" parTransId="{8A31FF1B-7AA4-41DC-BE4B-3A113137CEB8}" sibTransId="{2B6B2150-126B-4A99-A282-67B6B364DA67}"/>
    <dgm:cxn modelId="{ADE9D472-77E9-4069-9735-B5115C28AB98}" type="presParOf" srcId="{1D42B47A-3976-43E6-A260-14F7B594F2DC}" destId="{E5B6DCC1-3E71-4FA0-8031-6A43A7164DE4}" srcOrd="0" destOrd="0" presId="urn:microsoft.com/office/officeart/2005/8/layout/default"/>
    <dgm:cxn modelId="{5317E8DE-105A-416A-94B7-3ACA1F260A0D}" type="presParOf" srcId="{1D42B47A-3976-43E6-A260-14F7B594F2DC}" destId="{2F9D2889-3580-49C9-B307-D55A4D2B3523}" srcOrd="1" destOrd="0" presId="urn:microsoft.com/office/officeart/2005/8/layout/default"/>
    <dgm:cxn modelId="{6DC41C66-F1A5-449B-95FE-C2C201BDE807}" type="presParOf" srcId="{1D42B47A-3976-43E6-A260-14F7B594F2DC}" destId="{8D67705A-EA29-4DB1-BEE0-FFE67A8537BB}" srcOrd="2" destOrd="0" presId="urn:microsoft.com/office/officeart/2005/8/layout/default"/>
    <dgm:cxn modelId="{AEC49D77-9EB0-49C5-9056-F18A81F790AD}" type="presParOf" srcId="{1D42B47A-3976-43E6-A260-14F7B594F2DC}" destId="{F4F10424-54BF-46D8-A520-C5CA7F53FADA}" srcOrd="3" destOrd="0" presId="urn:microsoft.com/office/officeart/2005/8/layout/default"/>
    <dgm:cxn modelId="{7C8B18CF-93E5-4EB6-8327-78C828FA2041}" type="presParOf" srcId="{1D42B47A-3976-43E6-A260-14F7B594F2DC}" destId="{B6C77228-CB81-4109-9A34-1ED52F99EC15}" srcOrd="4" destOrd="0" presId="urn:microsoft.com/office/officeart/2005/8/layout/default"/>
    <dgm:cxn modelId="{FA881A9C-BAB3-4E14-A850-52B940126F49}" type="presParOf" srcId="{1D42B47A-3976-43E6-A260-14F7B594F2DC}" destId="{A13AF11B-72FC-4F8B-963E-997CA2EC4304}" srcOrd="5" destOrd="0" presId="urn:microsoft.com/office/officeart/2005/8/layout/default"/>
    <dgm:cxn modelId="{057A8B45-32CF-4054-8FAB-B98B05633D4C}" type="presParOf" srcId="{1D42B47A-3976-43E6-A260-14F7B594F2DC}" destId="{DB45FF72-93D0-4081-9DC1-428A1D24E1DE}" srcOrd="6" destOrd="0" presId="urn:microsoft.com/office/officeart/2005/8/layout/default"/>
    <dgm:cxn modelId="{FA667DE9-3124-4841-9A42-C1136BFB12AA}" type="presParOf" srcId="{1D42B47A-3976-43E6-A260-14F7B594F2DC}" destId="{69D9371B-35B9-4D42-8020-73C704A1D6AA}" srcOrd="7" destOrd="0" presId="urn:microsoft.com/office/officeart/2005/8/layout/default"/>
    <dgm:cxn modelId="{07FEC8D8-6ABE-45CD-9B8C-E5F49441B1C0}" type="presParOf" srcId="{1D42B47A-3976-43E6-A260-14F7B594F2DC}" destId="{84E2393B-86CC-4153-88D3-20E2DE8ACC3A}" srcOrd="8" destOrd="0" presId="urn:microsoft.com/office/officeart/2005/8/layout/default"/>
    <dgm:cxn modelId="{697A6582-9F72-454E-8C3A-72EC88E4D830}" type="presParOf" srcId="{1D42B47A-3976-43E6-A260-14F7B594F2DC}" destId="{D68E5010-5BBF-4825-B694-E7237271113B}" srcOrd="9" destOrd="0" presId="urn:microsoft.com/office/officeart/2005/8/layout/default"/>
    <dgm:cxn modelId="{4AF94E27-5748-4EB1-9DE3-8B25B62C913B}" type="presParOf" srcId="{1D42B47A-3976-43E6-A260-14F7B594F2DC}" destId="{6D3CA48B-2296-446D-BFB4-6D7C684DB135}" srcOrd="10" destOrd="0" presId="urn:microsoft.com/office/officeart/2005/8/layout/default"/>
    <dgm:cxn modelId="{4B7B4F1E-FAC9-4E3F-BEF9-295C5F290CCC}" type="presParOf" srcId="{1D42B47A-3976-43E6-A260-14F7B594F2DC}" destId="{5E9C3834-334A-40D1-B721-56131E95C8AC}" srcOrd="11" destOrd="0" presId="urn:microsoft.com/office/officeart/2005/8/layout/default"/>
    <dgm:cxn modelId="{4F7D3507-24D7-4B24-A556-FB949C9BFED6}" type="presParOf" srcId="{1D42B47A-3976-43E6-A260-14F7B594F2DC}" destId="{EE668418-C499-4618-8C93-5368F689ED71}" srcOrd="12" destOrd="0" presId="urn:microsoft.com/office/officeart/2005/8/layout/default"/>
    <dgm:cxn modelId="{D342EE21-1AA4-421A-AC7D-12C0AC0047AB}" type="presParOf" srcId="{1D42B47A-3976-43E6-A260-14F7B594F2DC}" destId="{624C70D4-03C2-43EC-902F-32381E943ECA}" srcOrd="13" destOrd="0" presId="urn:microsoft.com/office/officeart/2005/8/layout/default"/>
    <dgm:cxn modelId="{464ABC79-477C-42F8-A53C-5E27FDC3C335}" type="presParOf" srcId="{1D42B47A-3976-43E6-A260-14F7B594F2DC}" destId="{5F29A9AE-E111-443E-BEF1-94F93EA6341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F9BDC06-33E1-4A63-88C9-31D2E99D9DA8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CB9531A9-16F1-4133-AD25-8F070BC7211C}">
      <dgm:prSet/>
      <dgm:spPr/>
      <dgm:t>
        <a:bodyPr/>
        <a:lstStyle/>
        <a:p>
          <a:r>
            <a:rPr lang="en-US" dirty="0"/>
            <a:t>Minimum (per developer): 4‑core CPU; 16 GB RAM; 256 GB SSD; no GPU required; Windows/macOS/Linux; stable broadband.</a:t>
          </a:r>
        </a:p>
      </dgm:t>
    </dgm:pt>
    <dgm:pt modelId="{E92E1952-1CB6-42E4-8F3F-C1BB798CBA73}" type="parTrans" cxnId="{18A71AD0-5497-4A5A-A06C-171ECE849D40}">
      <dgm:prSet/>
      <dgm:spPr/>
      <dgm:t>
        <a:bodyPr/>
        <a:lstStyle/>
        <a:p>
          <a:endParaRPr lang="en-US"/>
        </a:p>
      </dgm:t>
    </dgm:pt>
    <dgm:pt modelId="{E6526120-218F-4E51-89C4-635226109680}" type="sibTrans" cxnId="{18A71AD0-5497-4A5A-A06C-171ECE849D40}">
      <dgm:prSet/>
      <dgm:spPr/>
      <dgm:t>
        <a:bodyPr/>
        <a:lstStyle/>
        <a:p>
          <a:endParaRPr lang="en-US"/>
        </a:p>
      </dgm:t>
    </dgm:pt>
    <dgm:pt modelId="{410570D1-B3E0-4F06-A38F-BAD3D20609C0}">
      <dgm:prSet/>
      <dgm:spPr/>
      <dgm:t>
        <a:bodyPr/>
        <a:lstStyle/>
        <a:p>
          <a:r>
            <a:rPr lang="en-US"/>
            <a:t>Recommended: 6–8 cores; 32 GB RAM; 512 GB NVMe SSD; optional GPU only for local model training.</a:t>
          </a:r>
        </a:p>
      </dgm:t>
    </dgm:pt>
    <dgm:pt modelId="{0D0017ED-EC08-4C83-BD92-0B44910DED36}" type="parTrans" cxnId="{24172C36-B331-4066-B798-16B7B8B0A84A}">
      <dgm:prSet/>
      <dgm:spPr/>
      <dgm:t>
        <a:bodyPr/>
        <a:lstStyle/>
        <a:p>
          <a:endParaRPr lang="en-US"/>
        </a:p>
      </dgm:t>
    </dgm:pt>
    <dgm:pt modelId="{EAA0301B-F93A-46A9-A050-E03A1D1809AA}" type="sibTrans" cxnId="{24172C36-B331-4066-B798-16B7B8B0A84A}">
      <dgm:prSet/>
      <dgm:spPr/>
      <dgm:t>
        <a:bodyPr/>
        <a:lstStyle/>
        <a:p>
          <a:endParaRPr lang="en-US"/>
        </a:p>
      </dgm:t>
    </dgm:pt>
    <dgm:pt modelId="{2626B138-9BF3-484F-926E-B7E1496017D6}" type="pres">
      <dgm:prSet presAssocID="{DF9BDC06-33E1-4A63-88C9-31D2E99D9DA8}" presName="linear" presStyleCnt="0">
        <dgm:presLayoutVars>
          <dgm:animLvl val="lvl"/>
          <dgm:resizeHandles val="exact"/>
        </dgm:presLayoutVars>
      </dgm:prSet>
      <dgm:spPr/>
    </dgm:pt>
    <dgm:pt modelId="{C8663E47-6884-46D6-9361-1F1091B64251}" type="pres">
      <dgm:prSet presAssocID="{CB9531A9-16F1-4133-AD25-8F070BC721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6ACF0FA-3806-4509-8874-4DEB4A74344C}" type="pres">
      <dgm:prSet presAssocID="{E6526120-218F-4E51-89C4-635226109680}" presName="spacer" presStyleCnt="0"/>
      <dgm:spPr/>
    </dgm:pt>
    <dgm:pt modelId="{94BD0CA6-20AE-42B0-B3A5-B715933C39EA}" type="pres">
      <dgm:prSet presAssocID="{410570D1-B3E0-4F06-A38F-BAD3D20609C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7921822-C290-4572-B4D4-2E5FEB1C7334}" type="presOf" srcId="{DF9BDC06-33E1-4A63-88C9-31D2E99D9DA8}" destId="{2626B138-9BF3-484F-926E-B7E1496017D6}" srcOrd="0" destOrd="0" presId="urn:microsoft.com/office/officeart/2005/8/layout/vList2"/>
    <dgm:cxn modelId="{24172C36-B331-4066-B798-16B7B8B0A84A}" srcId="{DF9BDC06-33E1-4A63-88C9-31D2E99D9DA8}" destId="{410570D1-B3E0-4F06-A38F-BAD3D20609C0}" srcOrd="1" destOrd="0" parTransId="{0D0017ED-EC08-4C83-BD92-0B44910DED36}" sibTransId="{EAA0301B-F93A-46A9-A050-E03A1D1809AA}"/>
    <dgm:cxn modelId="{633DF35C-B332-4F5D-BF47-C37DA5E4E3C9}" type="presOf" srcId="{410570D1-B3E0-4F06-A38F-BAD3D20609C0}" destId="{94BD0CA6-20AE-42B0-B3A5-B715933C39EA}" srcOrd="0" destOrd="0" presId="urn:microsoft.com/office/officeart/2005/8/layout/vList2"/>
    <dgm:cxn modelId="{18A71AD0-5497-4A5A-A06C-171ECE849D40}" srcId="{DF9BDC06-33E1-4A63-88C9-31D2E99D9DA8}" destId="{CB9531A9-16F1-4133-AD25-8F070BC7211C}" srcOrd="0" destOrd="0" parTransId="{E92E1952-1CB6-42E4-8F3F-C1BB798CBA73}" sibTransId="{E6526120-218F-4E51-89C4-635226109680}"/>
    <dgm:cxn modelId="{568F1CD2-56AD-4958-905A-4CEE936C880C}" type="presOf" srcId="{CB9531A9-16F1-4133-AD25-8F070BC7211C}" destId="{C8663E47-6884-46D6-9361-1F1091B64251}" srcOrd="0" destOrd="0" presId="urn:microsoft.com/office/officeart/2005/8/layout/vList2"/>
    <dgm:cxn modelId="{2BB25FEE-DFA4-4049-815F-EC2D36C74D2C}" type="presParOf" srcId="{2626B138-9BF3-484F-926E-B7E1496017D6}" destId="{C8663E47-6884-46D6-9361-1F1091B64251}" srcOrd="0" destOrd="0" presId="urn:microsoft.com/office/officeart/2005/8/layout/vList2"/>
    <dgm:cxn modelId="{F7497411-DB74-4AC3-83CE-B321DAEBB3C2}" type="presParOf" srcId="{2626B138-9BF3-484F-926E-B7E1496017D6}" destId="{F6ACF0FA-3806-4509-8874-4DEB4A74344C}" srcOrd="1" destOrd="0" presId="urn:microsoft.com/office/officeart/2005/8/layout/vList2"/>
    <dgm:cxn modelId="{26324000-7D41-4FE6-B29C-AE2ED53BAB88}" type="presParOf" srcId="{2626B138-9BF3-484F-926E-B7E1496017D6}" destId="{94BD0CA6-20AE-42B0-B3A5-B715933C39E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9CA03ED-3E10-4504-94DB-16B93DF8237A}" type="doc">
      <dgm:prSet loTypeId="urn:microsoft.com/office/officeart/2005/8/layout/process5" loCatId="process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388117B8-57AF-43D6-A2BB-19D73F3DAEEE}">
      <dgm:prSet/>
      <dgm:spPr/>
      <dgm:t>
        <a:bodyPr/>
        <a:lstStyle/>
        <a:p>
          <a:r>
            <a:rPr lang="en-US"/>
            <a:t>Weeks 1–2: Literature &amp; Data Audit — scope, dataset shortlist, schema, glossary.</a:t>
          </a:r>
        </a:p>
      </dgm:t>
    </dgm:pt>
    <dgm:pt modelId="{C777CA19-5019-4A2F-8148-7E64927AA957}" type="parTrans" cxnId="{DF0DC4C7-364F-4B65-9685-EA38E3A151A5}">
      <dgm:prSet/>
      <dgm:spPr/>
      <dgm:t>
        <a:bodyPr/>
        <a:lstStyle/>
        <a:p>
          <a:endParaRPr lang="en-US"/>
        </a:p>
      </dgm:t>
    </dgm:pt>
    <dgm:pt modelId="{A2D69A62-4E43-4F06-8F97-E4B64262372F}" type="sibTrans" cxnId="{DF0DC4C7-364F-4B65-9685-EA38E3A151A5}">
      <dgm:prSet/>
      <dgm:spPr/>
      <dgm:t>
        <a:bodyPr/>
        <a:lstStyle/>
        <a:p>
          <a:endParaRPr lang="en-US"/>
        </a:p>
      </dgm:t>
    </dgm:pt>
    <dgm:pt modelId="{C0E25866-B5DA-4E7D-A1C0-0E10A6E6AC9D}">
      <dgm:prSet/>
      <dgm:spPr/>
      <dgm:t>
        <a:bodyPr/>
        <a:lstStyle/>
        <a:p>
          <a:r>
            <a:rPr lang="en-US"/>
            <a:t>Weeks 2–3: Architecture &amp; Dev Setup — repos, Docker, CI, React shell, API skeleton, DB migrations.</a:t>
          </a:r>
        </a:p>
      </dgm:t>
    </dgm:pt>
    <dgm:pt modelId="{7F6515D2-9BC6-4119-B1BD-05812606312F}" type="parTrans" cxnId="{E8421E32-F07D-459A-A15E-553FCE2120FC}">
      <dgm:prSet/>
      <dgm:spPr/>
      <dgm:t>
        <a:bodyPr/>
        <a:lstStyle/>
        <a:p>
          <a:endParaRPr lang="en-US"/>
        </a:p>
      </dgm:t>
    </dgm:pt>
    <dgm:pt modelId="{4771B70B-E12F-43BA-9B2D-4F9B85F8E200}" type="sibTrans" cxnId="{E8421E32-F07D-459A-A15E-553FCE2120FC}">
      <dgm:prSet/>
      <dgm:spPr/>
      <dgm:t>
        <a:bodyPr/>
        <a:lstStyle/>
        <a:p>
          <a:endParaRPr lang="en-US"/>
        </a:p>
      </dgm:t>
    </dgm:pt>
    <dgm:pt modelId="{033516CC-FA51-472F-878D-0C0F9EDA3C21}">
      <dgm:prSet/>
      <dgm:spPr/>
      <dgm:t>
        <a:bodyPr/>
        <a:lstStyle/>
        <a:p>
          <a:r>
            <a:rPr lang="en-US"/>
            <a:t>Weeks 3–4: ETL v1 — ingest &amp; normalize; validation; versioning baseline.</a:t>
          </a:r>
        </a:p>
      </dgm:t>
    </dgm:pt>
    <dgm:pt modelId="{92A85C1A-B9DD-4E8D-B051-258AB2653F3F}" type="parTrans" cxnId="{D3CBA1EE-0832-4561-9FB7-FF606FF09FB9}">
      <dgm:prSet/>
      <dgm:spPr/>
      <dgm:t>
        <a:bodyPr/>
        <a:lstStyle/>
        <a:p>
          <a:endParaRPr lang="en-US"/>
        </a:p>
      </dgm:t>
    </dgm:pt>
    <dgm:pt modelId="{B03EFF59-3969-40EC-A52B-6D69FB471D38}" type="sibTrans" cxnId="{D3CBA1EE-0832-4561-9FB7-FF606FF09FB9}">
      <dgm:prSet/>
      <dgm:spPr/>
      <dgm:t>
        <a:bodyPr/>
        <a:lstStyle/>
        <a:p>
          <a:endParaRPr lang="en-US"/>
        </a:p>
      </dgm:t>
    </dgm:pt>
    <dgm:pt modelId="{483A1DEB-5498-4C50-8557-61A69C9E7626}">
      <dgm:prSet/>
      <dgm:spPr/>
      <dgm:t>
        <a:bodyPr/>
        <a:lstStyle/>
        <a:p>
          <a:r>
            <a:rPr lang="en-US"/>
            <a:t>Weeks 4–6: Calculator Engine — component computation; Redis caching; tests; OpenAPI docs.</a:t>
          </a:r>
        </a:p>
      </dgm:t>
    </dgm:pt>
    <dgm:pt modelId="{BE2F47C5-E80F-487A-B854-DD53A2376A0B}" type="parTrans" cxnId="{BCFCC5F5-D081-4CB2-A92A-BCEEA5877985}">
      <dgm:prSet/>
      <dgm:spPr/>
      <dgm:t>
        <a:bodyPr/>
        <a:lstStyle/>
        <a:p>
          <a:endParaRPr lang="en-US"/>
        </a:p>
      </dgm:t>
    </dgm:pt>
    <dgm:pt modelId="{19F55115-D034-43E1-B0EA-E6E91D92012B}" type="sibTrans" cxnId="{BCFCC5F5-D081-4CB2-A92A-BCEEA5877985}">
      <dgm:prSet/>
      <dgm:spPr/>
      <dgm:t>
        <a:bodyPr/>
        <a:lstStyle/>
        <a:p>
          <a:endParaRPr lang="en-US"/>
        </a:p>
      </dgm:t>
    </dgm:pt>
    <dgm:pt modelId="{3C6A6047-9436-4467-BEB6-C63D8F0773D1}">
      <dgm:prSet/>
      <dgm:spPr/>
      <dgm:t>
        <a:bodyPr/>
        <a:lstStyle/>
        <a:p>
          <a:r>
            <a:rPr lang="en-US"/>
            <a:t>Weeks 5–7: Search &amp; Scan MVP — catalog search; barcode decode; image classification prototype.</a:t>
          </a:r>
        </a:p>
      </dgm:t>
    </dgm:pt>
    <dgm:pt modelId="{C6BBA90A-65DA-472F-A2C6-191D8BB3C1C4}" type="parTrans" cxnId="{1922696E-8F3D-4AC5-85FB-8329F8EF12C9}">
      <dgm:prSet/>
      <dgm:spPr/>
      <dgm:t>
        <a:bodyPr/>
        <a:lstStyle/>
        <a:p>
          <a:endParaRPr lang="en-US"/>
        </a:p>
      </dgm:t>
    </dgm:pt>
    <dgm:pt modelId="{62733A0A-1AD4-48D5-81FD-C9ACDBE11E54}" type="sibTrans" cxnId="{1922696E-8F3D-4AC5-85FB-8329F8EF12C9}">
      <dgm:prSet/>
      <dgm:spPr/>
      <dgm:t>
        <a:bodyPr/>
        <a:lstStyle/>
        <a:p>
          <a:endParaRPr lang="en-US"/>
        </a:p>
      </dgm:t>
    </dgm:pt>
    <dgm:pt modelId="{576AA210-C0A6-4CAD-9481-1FC3B94FBF36}">
      <dgm:prSet/>
      <dgm:spPr/>
      <dgm:t>
        <a:bodyPr/>
        <a:lstStyle/>
        <a:p>
          <a:r>
            <a:rPr lang="en-US"/>
            <a:t>Weeks 6–8: Explainability UI — product detail, charts, assumptions/sources; accessibility review.</a:t>
          </a:r>
        </a:p>
      </dgm:t>
    </dgm:pt>
    <dgm:pt modelId="{B1435902-AD47-4258-963E-B8672CF13199}" type="parTrans" cxnId="{B7F21AF0-BB46-4909-8DA5-7B1DE5F5B0B5}">
      <dgm:prSet/>
      <dgm:spPr/>
      <dgm:t>
        <a:bodyPr/>
        <a:lstStyle/>
        <a:p>
          <a:endParaRPr lang="en-US"/>
        </a:p>
      </dgm:t>
    </dgm:pt>
    <dgm:pt modelId="{A135C61D-4295-46BE-B89B-49E111B34E9F}" type="sibTrans" cxnId="{B7F21AF0-BB46-4909-8DA5-7B1DE5F5B0B5}">
      <dgm:prSet/>
      <dgm:spPr/>
      <dgm:t>
        <a:bodyPr/>
        <a:lstStyle/>
        <a:p>
          <a:endParaRPr lang="en-US"/>
        </a:p>
      </dgm:t>
    </dgm:pt>
    <dgm:pt modelId="{48D965AD-85BD-47B9-83A0-860467517AA6}">
      <dgm:prSet/>
      <dgm:spPr/>
      <dgm:t>
        <a:bodyPr/>
        <a:lstStyle/>
        <a:p>
          <a:r>
            <a:rPr lang="en-US"/>
            <a:t>Weeks 7–9: Localization — i18n pipeline; add two Indian languages.</a:t>
          </a:r>
        </a:p>
      </dgm:t>
    </dgm:pt>
    <dgm:pt modelId="{873BEA96-F6A2-4946-A46B-585604845D11}" type="parTrans" cxnId="{11AF2366-00D0-4CEC-B14F-82058EC1CB06}">
      <dgm:prSet/>
      <dgm:spPr/>
      <dgm:t>
        <a:bodyPr/>
        <a:lstStyle/>
        <a:p>
          <a:endParaRPr lang="en-US"/>
        </a:p>
      </dgm:t>
    </dgm:pt>
    <dgm:pt modelId="{8DA1F70A-A5C5-46C8-A88C-33781D1EE30B}" type="sibTrans" cxnId="{11AF2366-00D0-4CEC-B14F-82058EC1CB06}">
      <dgm:prSet/>
      <dgm:spPr/>
      <dgm:t>
        <a:bodyPr/>
        <a:lstStyle/>
        <a:p>
          <a:endParaRPr lang="en-US"/>
        </a:p>
      </dgm:t>
    </dgm:pt>
    <dgm:pt modelId="{E4B0DD3D-6C43-411F-81F8-1B7BDA922601}">
      <dgm:prSet/>
      <dgm:spPr/>
      <dgm:t>
        <a:bodyPr/>
        <a:lstStyle/>
        <a:p>
          <a:r>
            <a:rPr lang="en-US"/>
            <a:t>Weeks 8–9: Recommendations — alternatives &amp; per‑serving comparisons.</a:t>
          </a:r>
        </a:p>
      </dgm:t>
    </dgm:pt>
    <dgm:pt modelId="{84B352A3-4B7D-409B-861A-CE70E1C9247F}" type="parTrans" cxnId="{77198326-22A8-439E-BE67-780BA41E0B38}">
      <dgm:prSet/>
      <dgm:spPr/>
      <dgm:t>
        <a:bodyPr/>
        <a:lstStyle/>
        <a:p>
          <a:endParaRPr lang="en-US"/>
        </a:p>
      </dgm:t>
    </dgm:pt>
    <dgm:pt modelId="{8DE848C1-0FF2-42CF-868A-FF75221B2A7D}" type="sibTrans" cxnId="{77198326-22A8-439E-BE67-780BA41E0B38}">
      <dgm:prSet/>
      <dgm:spPr/>
      <dgm:t>
        <a:bodyPr/>
        <a:lstStyle/>
        <a:p>
          <a:endParaRPr lang="en-US"/>
        </a:p>
      </dgm:t>
    </dgm:pt>
    <dgm:pt modelId="{C9B1A6DA-9A04-4BED-867E-963B48D8B8FE}">
      <dgm:prSet/>
      <dgm:spPr/>
      <dgm:t>
        <a:bodyPr/>
        <a:lstStyle/>
        <a:p>
          <a:r>
            <a:rPr lang="en-US"/>
            <a:t>Weeks 9–10: Admin &amp; Governance — dataset import UI, mapping tool, version badges, optional hash snapshots.</a:t>
          </a:r>
        </a:p>
      </dgm:t>
    </dgm:pt>
    <dgm:pt modelId="{B741DEFF-5FC5-407D-AA1F-8CA0B73664D2}" type="parTrans" cxnId="{1C36CBC6-8768-4F27-A338-565C86B5B55B}">
      <dgm:prSet/>
      <dgm:spPr/>
      <dgm:t>
        <a:bodyPr/>
        <a:lstStyle/>
        <a:p>
          <a:endParaRPr lang="en-US"/>
        </a:p>
      </dgm:t>
    </dgm:pt>
    <dgm:pt modelId="{BB1D818A-F176-430C-AC33-8B438FA643B7}" type="sibTrans" cxnId="{1C36CBC6-8768-4F27-A338-565C86B5B55B}">
      <dgm:prSet/>
      <dgm:spPr/>
      <dgm:t>
        <a:bodyPr/>
        <a:lstStyle/>
        <a:p>
          <a:endParaRPr lang="en-US"/>
        </a:p>
      </dgm:t>
    </dgm:pt>
    <dgm:pt modelId="{09991F86-0E17-43DD-A0FC-E7ACF0870E55}">
      <dgm:prSet/>
      <dgm:spPr/>
      <dgm:t>
        <a:bodyPr/>
        <a:lstStyle/>
        <a:p>
          <a:r>
            <a:rPr lang="en-US"/>
            <a:t>Weeks 10–11: Performance/QA/Security — latency checks; auth hardening; integration tests.</a:t>
          </a:r>
        </a:p>
      </dgm:t>
    </dgm:pt>
    <dgm:pt modelId="{17C9B003-2291-4B50-BA45-9912B7571335}" type="parTrans" cxnId="{6553C634-A6C5-4F9A-B9FE-A6395A5190A6}">
      <dgm:prSet/>
      <dgm:spPr/>
      <dgm:t>
        <a:bodyPr/>
        <a:lstStyle/>
        <a:p>
          <a:endParaRPr lang="en-US"/>
        </a:p>
      </dgm:t>
    </dgm:pt>
    <dgm:pt modelId="{6DB032CB-E876-431B-B05E-72AA2BC75F31}" type="sibTrans" cxnId="{6553C634-A6C5-4F9A-B9FE-A6395A5190A6}">
      <dgm:prSet/>
      <dgm:spPr/>
      <dgm:t>
        <a:bodyPr/>
        <a:lstStyle/>
        <a:p>
          <a:endParaRPr lang="en-US"/>
        </a:p>
      </dgm:t>
    </dgm:pt>
    <dgm:pt modelId="{BD5DDF41-52C3-47EA-87CA-4FE69D55E50C}">
      <dgm:prSet/>
      <dgm:spPr/>
      <dgm:t>
        <a:bodyPr/>
        <a:lstStyle/>
        <a:p>
          <a:r>
            <a:rPr lang="en-US"/>
            <a:t>Week 12: Finalization — deployed demo; user manual; final report &amp; presentation.</a:t>
          </a:r>
        </a:p>
      </dgm:t>
    </dgm:pt>
    <dgm:pt modelId="{FA1054B8-6321-4EDF-80D5-299DCACE27C7}" type="parTrans" cxnId="{D0FBB9EE-2181-458E-950B-469BB48BFD8B}">
      <dgm:prSet/>
      <dgm:spPr/>
      <dgm:t>
        <a:bodyPr/>
        <a:lstStyle/>
        <a:p>
          <a:endParaRPr lang="en-US"/>
        </a:p>
      </dgm:t>
    </dgm:pt>
    <dgm:pt modelId="{4FB8A3A9-26C6-4408-87C5-7EB612D10C76}" type="sibTrans" cxnId="{D0FBB9EE-2181-458E-950B-469BB48BFD8B}">
      <dgm:prSet/>
      <dgm:spPr/>
      <dgm:t>
        <a:bodyPr/>
        <a:lstStyle/>
        <a:p>
          <a:endParaRPr lang="en-US"/>
        </a:p>
      </dgm:t>
    </dgm:pt>
    <dgm:pt modelId="{A4B8853B-ACEB-48D3-9769-8C706765E80A}" type="pres">
      <dgm:prSet presAssocID="{69CA03ED-3E10-4504-94DB-16B93DF8237A}" presName="diagram" presStyleCnt="0">
        <dgm:presLayoutVars>
          <dgm:dir/>
          <dgm:resizeHandles val="exact"/>
        </dgm:presLayoutVars>
      </dgm:prSet>
      <dgm:spPr/>
    </dgm:pt>
    <dgm:pt modelId="{FEC13DA0-DF3D-4D34-87FE-38DF0FC639FB}" type="pres">
      <dgm:prSet presAssocID="{388117B8-57AF-43D6-A2BB-19D73F3DAEEE}" presName="node" presStyleLbl="node1" presStyleIdx="0" presStyleCnt="11">
        <dgm:presLayoutVars>
          <dgm:bulletEnabled val="1"/>
        </dgm:presLayoutVars>
      </dgm:prSet>
      <dgm:spPr/>
    </dgm:pt>
    <dgm:pt modelId="{98E470DF-0B60-4C18-B8BB-2FAF14247823}" type="pres">
      <dgm:prSet presAssocID="{A2D69A62-4E43-4F06-8F97-E4B64262372F}" presName="sibTrans" presStyleLbl="sibTrans2D1" presStyleIdx="0" presStyleCnt="10"/>
      <dgm:spPr/>
    </dgm:pt>
    <dgm:pt modelId="{DFA6FDB1-2F64-48F3-B6CE-70AC5D22FB62}" type="pres">
      <dgm:prSet presAssocID="{A2D69A62-4E43-4F06-8F97-E4B64262372F}" presName="connectorText" presStyleLbl="sibTrans2D1" presStyleIdx="0" presStyleCnt="10"/>
      <dgm:spPr/>
    </dgm:pt>
    <dgm:pt modelId="{2D999321-DDCE-4412-AED9-20329E020729}" type="pres">
      <dgm:prSet presAssocID="{C0E25866-B5DA-4E7D-A1C0-0E10A6E6AC9D}" presName="node" presStyleLbl="node1" presStyleIdx="1" presStyleCnt="11">
        <dgm:presLayoutVars>
          <dgm:bulletEnabled val="1"/>
        </dgm:presLayoutVars>
      </dgm:prSet>
      <dgm:spPr/>
    </dgm:pt>
    <dgm:pt modelId="{16A4DB99-A15F-44EE-84F2-714D1F0397A0}" type="pres">
      <dgm:prSet presAssocID="{4771B70B-E12F-43BA-9B2D-4F9B85F8E200}" presName="sibTrans" presStyleLbl="sibTrans2D1" presStyleIdx="1" presStyleCnt="10"/>
      <dgm:spPr/>
    </dgm:pt>
    <dgm:pt modelId="{B80ACDFD-0C29-42EA-B980-CA3A7A1B0A5A}" type="pres">
      <dgm:prSet presAssocID="{4771B70B-E12F-43BA-9B2D-4F9B85F8E200}" presName="connectorText" presStyleLbl="sibTrans2D1" presStyleIdx="1" presStyleCnt="10"/>
      <dgm:spPr/>
    </dgm:pt>
    <dgm:pt modelId="{D8F524B2-B5E0-4A82-A06E-2C5E0EB021B2}" type="pres">
      <dgm:prSet presAssocID="{033516CC-FA51-472F-878D-0C0F9EDA3C21}" presName="node" presStyleLbl="node1" presStyleIdx="2" presStyleCnt="11">
        <dgm:presLayoutVars>
          <dgm:bulletEnabled val="1"/>
        </dgm:presLayoutVars>
      </dgm:prSet>
      <dgm:spPr/>
    </dgm:pt>
    <dgm:pt modelId="{41A6DF16-496A-45BE-974A-4B1EE985F677}" type="pres">
      <dgm:prSet presAssocID="{B03EFF59-3969-40EC-A52B-6D69FB471D38}" presName="sibTrans" presStyleLbl="sibTrans2D1" presStyleIdx="2" presStyleCnt="10"/>
      <dgm:spPr/>
    </dgm:pt>
    <dgm:pt modelId="{5481CF9E-F928-476D-AA87-680E1BF91D13}" type="pres">
      <dgm:prSet presAssocID="{B03EFF59-3969-40EC-A52B-6D69FB471D38}" presName="connectorText" presStyleLbl="sibTrans2D1" presStyleIdx="2" presStyleCnt="10"/>
      <dgm:spPr/>
    </dgm:pt>
    <dgm:pt modelId="{0E4E3DC4-AAFA-405E-B7BA-2CDC20AA193B}" type="pres">
      <dgm:prSet presAssocID="{483A1DEB-5498-4C50-8557-61A69C9E7626}" presName="node" presStyleLbl="node1" presStyleIdx="3" presStyleCnt="11">
        <dgm:presLayoutVars>
          <dgm:bulletEnabled val="1"/>
        </dgm:presLayoutVars>
      </dgm:prSet>
      <dgm:spPr/>
    </dgm:pt>
    <dgm:pt modelId="{DA6E800C-EA4E-450C-B9D4-440A3A62A1AD}" type="pres">
      <dgm:prSet presAssocID="{19F55115-D034-43E1-B0EA-E6E91D92012B}" presName="sibTrans" presStyleLbl="sibTrans2D1" presStyleIdx="3" presStyleCnt="10"/>
      <dgm:spPr/>
    </dgm:pt>
    <dgm:pt modelId="{40ACEAF9-3EA6-46F1-9A9A-8C3F707D2575}" type="pres">
      <dgm:prSet presAssocID="{19F55115-D034-43E1-B0EA-E6E91D92012B}" presName="connectorText" presStyleLbl="sibTrans2D1" presStyleIdx="3" presStyleCnt="10"/>
      <dgm:spPr/>
    </dgm:pt>
    <dgm:pt modelId="{48412E71-8C94-4A80-A13A-2567AD0248FA}" type="pres">
      <dgm:prSet presAssocID="{3C6A6047-9436-4467-BEB6-C63D8F0773D1}" presName="node" presStyleLbl="node1" presStyleIdx="4" presStyleCnt="11">
        <dgm:presLayoutVars>
          <dgm:bulletEnabled val="1"/>
        </dgm:presLayoutVars>
      </dgm:prSet>
      <dgm:spPr/>
    </dgm:pt>
    <dgm:pt modelId="{90DE4C2C-F756-4308-B57E-DF876D42B772}" type="pres">
      <dgm:prSet presAssocID="{62733A0A-1AD4-48D5-81FD-C9ACDBE11E54}" presName="sibTrans" presStyleLbl="sibTrans2D1" presStyleIdx="4" presStyleCnt="10"/>
      <dgm:spPr/>
    </dgm:pt>
    <dgm:pt modelId="{EB3C479E-6B19-4D49-91BF-23433F3E95A0}" type="pres">
      <dgm:prSet presAssocID="{62733A0A-1AD4-48D5-81FD-C9ACDBE11E54}" presName="connectorText" presStyleLbl="sibTrans2D1" presStyleIdx="4" presStyleCnt="10"/>
      <dgm:spPr/>
    </dgm:pt>
    <dgm:pt modelId="{0DA2B767-F7C1-4286-9CED-9D7D715B3442}" type="pres">
      <dgm:prSet presAssocID="{576AA210-C0A6-4CAD-9481-1FC3B94FBF36}" presName="node" presStyleLbl="node1" presStyleIdx="5" presStyleCnt="11">
        <dgm:presLayoutVars>
          <dgm:bulletEnabled val="1"/>
        </dgm:presLayoutVars>
      </dgm:prSet>
      <dgm:spPr/>
    </dgm:pt>
    <dgm:pt modelId="{4DA84AAE-51E7-456C-9677-22F33616E7AC}" type="pres">
      <dgm:prSet presAssocID="{A135C61D-4295-46BE-B89B-49E111B34E9F}" presName="sibTrans" presStyleLbl="sibTrans2D1" presStyleIdx="5" presStyleCnt="10"/>
      <dgm:spPr/>
    </dgm:pt>
    <dgm:pt modelId="{E7FE26FC-C9D8-4670-8691-3D5FEAA907EC}" type="pres">
      <dgm:prSet presAssocID="{A135C61D-4295-46BE-B89B-49E111B34E9F}" presName="connectorText" presStyleLbl="sibTrans2D1" presStyleIdx="5" presStyleCnt="10"/>
      <dgm:spPr/>
    </dgm:pt>
    <dgm:pt modelId="{3C6B9BF9-DE71-4412-B958-CBAE0D141077}" type="pres">
      <dgm:prSet presAssocID="{48D965AD-85BD-47B9-83A0-860467517AA6}" presName="node" presStyleLbl="node1" presStyleIdx="6" presStyleCnt="11">
        <dgm:presLayoutVars>
          <dgm:bulletEnabled val="1"/>
        </dgm:presLayoutVars>
      </dgm:prSet>
      <dgm:spPr/>
    </dgm:pt>
    <dgm:pt modelId="{BA869798-59D1-4A05-A184-9C71031D6273}" type="pres">
      <dgm:prSet presAssocID="{8DA1F70A-A5C5-46C8-A88C-33781D1EE30B}" presName="sibTrans" presStyleLbl="sibTrans2D1" presStyleIdx="6" presStyleCnt="10"/>
      <dgm:spPr/>
    </dgm:pt>
    <dgm:pt modelId="{32B8C2E1-3008-448D-AA20-28D75D99BF7F}" type="pres">
      <dgm:prSet presAssocID="{8DA1F70A-A5C5-46C8-A88C-33781D1EE30B}" presName="connectorText" presStyleLbl="sibTrans2D1" presStyleIdx="6" presStyleCnt="10"/>
      <dgm:spPr/>
    </dgm:pt>
    <dgm:pt modelId="{13834B8E-EBA6-48B1-A114-7AC505E954B9}" type="pres">
      <dgm:prSet presAssocID="{E4B0DD3D-6C43-411F-81F8-1B7BDA922601}" presName="node" presStyleLbl="node1" presStyleIdx="7" presStyleCnt="11">
        <dgm:presLayoutVars>
          <dgm:bulletEnabled val="1"/>
        </dgm:presLayoutVars>
      </dgm:prSet>
      <dgm:spPr/>
    </dgm:pt>
    <dgm:pt modelId="{6EE9C49D-E71A-46BD-91E4-9539F0E5D043}" type="pres">
      <dgm:prSet presAssocID="{8DE848C1-0FF2-42CF-868A-FF75221B2A7D}" presName="sibTrans" presStyleLbl="sibTrans2D1" presStyleIdx="7" presStyleCnt="10"/>
      <dgm:spPr/>
    </dgm:pt>
    <dgm:pt modelId="{1BC1391D-2FC5-45F7-90A1-B8F1EE1AB159}" type="pres">
      <dgm:prSet presAssocID="{8DE848C1-0FF2-42CF-868A-FF75221B2A7D}" presName="connectorText" presStyleLbl="sibTrans2D1" presStyleIdx="7" presStyleCnt="10"/>
      <dgm:spPr/>
    </dgm:pt>
    <dgm:pt modelId="{2FCCDC97-DD42-44E0-B4FE-D4EA319968B0}" type="pres">
      <dgm:prSet presAssocID="{C9B1A6DA-9A04-4BED-867E-963B48D8B8FE}" presName="node" presStyleLbl="node1" presStyleIdx="8" presStyleCnt="11">
        <dgm:presLayoutVars>
          <dgm:bulletEnabled val="1"/>
        </dgm:presLayoutVars>
      </dgm:prSet>
      <dgm:spPr/>
    </dgm:pt>
    <dgm:pt modelId="{5BF54FD8-4C42-400B-9BFD-77BE1AF2F93B}" type="pres">
      <dgm:prSet presAssocID="{BB1D818A-F176-430C-AC33-8B438FA643B7}" presName="sibTrans" presStyleLbl="sibTrans2D1" presStyleIdx="8" presStyleCnt="10"/>
      <dgm:spPr/>
    </dgm:pt>
    <dgm:pt modelId="{44D3AC03-E9F2-4B63-9129-B22122C6F812}" type="pres">
      <dgm:prSet presAssocID="{BB1D818A-F176-430C-AC33-8B438FA643B7}" presName="connectorText" presStyleLbl="sibTrans2D1" presStyleIdx="8" presStyleCnt="10"/>
      <dgm:spPr/>
    </dgm:pt>
    <dgm:pt modelId="{AB9D9214-1C59-43CE-8845-04F3FBC5BD18}" type="pres">
      <dgm:prSet presAssocID="{09991F86-0E17-43DD-A0FC-E7ACF0870E55}" presName="node" presStyleLbl="node1" presStyleIdx="9" presStyleCnt="11">
        <dgm:presLayoutVars>
          <dgm:bulletEnabled val="1"/>
        </dgm:presLayoutVars>
      </dgm:prSet>
      <dgm:spPr/>
    </dgm:pt>
    <dgm:pt modelId="{372F3A02-41FB-4C49-8FF9-C10AC3728D11}" type="pres">
      <dgm:prSet presAssocID="{6DB032CB-E876-431B-B05E-72AA2BC75F31}" presName="sibTrans" presStyleLbl="sibTrans2D1" presStyleIdx="9" presStyleCnt="10"/>
      <dgm:spPr/>
    </dgm:pt>
    <dgm:pt modelId="{ADAFC374-32E4-4DA6-A16B-82172D007135}" type="pres">
      <dgm:prSet presAssocID="{6DB032CB-E876-431B-B05E-72AA2BC75F31}" presName="connectorText" presStyleLbl="sibTrans2D1" presStyleIdx="9" presStyleCnt="10"/>
      <dgm:spPr/>
    </dgm:pt>
    <dgm:pt modelId="{6AD9179B-041D-4A9A-9107-AF537025D636}" type="pres">
      <dgm:prSet presAssocID="{BD5DDF41-52C3-47EA-87CA-4FE69D55E50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0F4F3412-412C-4342-A27A-CEC9BD3B07C6}" type="presOf" srcId="{BD5DDF41-52C3-47EA-87CA-4FE69D55E50C}" destId="{6AD9179B-041D-4A9A-9107-AF537025D636}" srcOrd="0" destOrd="0" presId="urn:microsoft.com/office/officeart/2005/8/layout/process5"/>
    <dgm:cxn modelId="{9259DE13-EC17-4416-BAA5-2A755991B345}" type="presOf" srcId="{48D965AD-85BD-47B9-83A0-860467517AA6}" destId="{3C6B9BF9-DE71-4412-B958-CBAE0D141077}" srcOrd="0" destOrd="0" presId="urn:microsoft.com/office/officeart/2005/8/layout/process5"/>
    <dgm:cxn modelId="{DB681014-3E0F-4319-8878-8B276C29ED98}" type="presOf" srcId="{6DB032CB-E876-431B-B05E-72AA2BC75F31}" destId="{372F3A02-41FB-4C49-8FF9-C10AC3728D11}" srcOrd="0" destOrd="0" presId="urn:microsoft.com/office/officeart/2005/8/layout/process5"/>
    <dgm:cxn modelId="{E4A25315-D288-4C32-949E-94D8E55B4EA6}" type="presOf" srcId="{BB1D818A-F176-430C-AC33-8B438FA643B7}" destId="{5BF54FD8-4C42-400B-9BFD-77BE1AF2F93B}" srcOrd="0" destOrd="0" presId="urn:microsoft.com/office/officeart/2005/8/layout/process5"/>
    <dgm:cxn modelId="{787A6618-7350-429E-A2DE-B46901C7C252}" type="presOf" srcId="{A135C61D-4295-46BE-B89B-49E111B34E9F}" destId="{4DA84AAE-51E7-456C-9677-22F33616E7AC}" srcOrd="0" destOrd="0" presId="urn:microsoft.com/office/officeart/2005/8/layout/process5"/>
    <dgm:cxn modelId="{0873331E-44D1-4A33-A66D-324C4F5EED40}" type="presOf" srcId="{A2D69A62-4E43-4F06-8F97-E4B64262372F}" destId="{98E470DF-0B60-4C18-B8BB-2FAF14247823}" srcOrd="0" destOrd="0" presId="urn:microsoft.com/office/officeart/2005/8/layout/process5"/>
    <dgm:cxn modelId="{4A9A4820-6202-41C2-89F5-881F5F01C58B}" type="presOf" srcId="{19F55115-D034-43E1-B0EA-E6E91D92012B}" destId="{40ACEAF9-3EA6-46F1-9A9A-8C3F707D2575}" srcOrd="1" destOrd="0" presId="urn:microsoft.com/office/officeart/2005/8/layout/process5"/>
    <dgm:cxn modelId="{77198326-22A8-439E-BE67-780BA41E0B38}" srcId="{69CA03ED-3E10-4504-94DB-16B93DF8237A}" destId="{E4B0DD3D-6C43-411F-81F8-1B7BDA922601}" srcOrd="7" destOrd="0" parTransId="{84B352A3-4B7D-409B-861A-CE70E1C9247F}" sibTransId="{8DE848C1-0FF2-42CF-868A-FF75221B2A7D}"/>
    <dgm:cxn modelId="{E8421E32-F07D-459A-A15E-553FCE2120FC}" srcId="{69CA03ED-3E10-4504-94DB-16B93DF8237A}" destId="{C0E25866-B5DA-4E7D-A1C0-0E10A6E6AC9D}" srcOrd="1" destOrd="0" parTransId="{7F6515D2-9BC6-4119-B1BD-05812606312F}" sibTransId="{4771B70B-E12F-43BA-9B2D-4F9B85F8E200}"/>
    <dgm:cxn modelId="{6553C634-A6C5-4F9A-B9FE-A6395A5190A6}" srcId="{69CA03ED-3E10-4504-94DB-16B93DF8237A}" destId="{09991F86-0E17-43DD-A0FC-E7ACF0870E55}" srcOrd="9" destOrd="0" parTransId="{17C9B003-2291-4B50-BA45-9912B7571335}" sibTransId="{6DB032CB-E876-431B-B05E-72AA2BC75F31}"/>
    <dgm:cxn modelId="{87F84F5F-F1A8-4A8D-94F6-7D817D8182B4}" type="presOf" srcId="{4771B70B-E12F-43BA-9B2D-4F9B85F8E200}" destId="{16A4DB99-A15F-44EE-84F2-714D1F0397A0}" srcOrd="0" destOrd="0" presId="urn:microsoft.com/office/officeart/2005/8/layout/process5"/>
    <dgm:cxn modelId="{05B0B760-CC07-448B-B63A-A1761992DAFF}" type="presOf" srcId="{C9B1A6DA-9A04-4BED-867E-963B48D8B8FE}" destId="{2FCCDC97-DD42-44E0-B4FE-D4EA319968B0}" srcOrd="0" destOrd="0" presId="urn:microsoft.com/office/officeart/2005/8/layout/process5"/>
    <dgm:cxn modelId="{5C687D61-8290-49E9-B8E1-2D2A80BB65C1}" type="presOf" srcId="{E4B0DD3D-6C43-411F-81F8-1B7BDA922601}" destId="{13834B8E-EBA6-48B1-A114-7AC505E954B9}" srcOrd="0" destOrd="0" presId="urn:microsoft.com/office/officeart/2005/8/layout/process5"/>
    <dgm:cxn modelId="{D9B2B441-242F-41D8-86B0-CC5B9F60FC11}" type="presOf" srcId="{388117B8-57AF-43D6-A2BB-19D73F3DAEEE}" destId="{FEC13DA0-DF3D-4D34-87FE-38DF0FC639FB}" srcOrd="0" destOrd="0" presId="urn:microsoft.com/office/officeart/2005/8/layout/process5"/>
    <dgm:cxn modelId="{11AF2366-00D0-4CEC-B14F-82058EC1CB06}" srcId="{69CA03ED-3E10-4504-94DB-16B93DF8237A}" destId="{48D965AD-85BD-47B9-83A0-860467517AA6}" srcOrd="6" destOrd="0" parTransId="{873BEA96-F6A2-4946-A46B-585604845D11}" sibTransId="{8DA1F70A-A5C5-46C8-A88C-33781D1EE30B}"/>
    <dgm:cxn modelId="{1011126B-113A-44B8-8CD3-6FF9DE69B023}" type="presOf" srcId="{B03EFF59-3969-40EC-A52B-6D69FB471D38}" destId="{5481CF9E-F928-476D-AA87-680E1BF91D13}" srcOrd="1" destOrd="0" presId="urn:microsoft.com/office/officeart/2005/8/layout/process5"/>
    <dgm:cxn modelId="{1922696E-8F3D-4AC5-85FB-8329F8EF12C9}" srcId="{69CA03ED-3E10-4504-94DB-16B93DF8237A}" destId="{3C6A6047-9436-4467-BEB6-C63D8F0773D1}" srcOrd="4" destOrd="0" parTransId="{C6BBA90A-65DA-472F-A2C6-191D8BB3C1C4}" sibTransId="{62733A0A-1AD4-48D5-81FD-C9ACDBE11E54}"/>
    <dgm:cxn modelId="{8D4BCE74-9F6E-482B-8EAF-B0DC3817BDC5}" type="presOf" srcId="{BB1D818A-F176-430C-AC33-8B438FA643B7}" destId="{44D3AC03-E9F2-4B63-9129-B22122C6F812}" srcOrd="1" destOrd="0" presId="urn:microsoft.com/office/officeart/2005/8/layout/process5"/>
    <dgm:cxn modelId="{FAEFEE55-693B-422D-902D-373B4F91D008}" type="presOf" srcId="{09991F86-0E17-43DD-A0FC-E7ACF0870E55}" destId="{AB9D9214-1C59-43CE-8845-04F3FBC5BD18}" srcOrd="0" destOrd="0" presId="urn:microsoft.com/office/officeart/2005/8/layout/process5"/>
    <dgm:cxn modelId="{E900027B-9758-491A-B7CD-D9125441B286}" type="presOf" srcId="{8DA1F70A-A5C5-46C8-A88C-33781D1EE30B}" destId="{BA869798-59D1-4A05-A184-9C71031D6273}" srcOrd="0" destOrd="0" presId="urn:microsoft.com/office/officeart/2005/8/layout/process5"/>
    <dgm:cxn modelId="{89EFB37C-99A7-4F01-83F4-DBB2A0B6B577}" type="presOf" srcId="{8DA1F70A-A5C5-46C8-A88C-33781D1EE30B}" destId="{32B8C2E1-3008-448D-AA20-28D75D99BF7F}" srcOrd="1" destOrd="0" presId="urn:microsoft.com/office/officeart/2005/8/layout/process5"/>
    <dgm:cxn modelId="{7409E58E-A6C6-46AD-A93E-B45BDCABCD54}" type="presOf" srcId="{576AA210-C0A6-4CAD-9481-1FC3B94FBF36}" destId="{0DA2B767-F7C1-4286-9CED-9D7D715B3442}" srcOrd="0" destOrd="0" presId="urn:microsoft.com/office/officeart/2005/8/layout/process5"/>
    <dgm:cxn modelId="{3EE9FB97-52EC-445B-A0E1-8BC0D49AB1E6}" type="presOf" srcId="{19F55115-D034-43E1-B0EA-E6E91D92012B}" destId="{DA6E800C-EA4E-450C-B9D4-440A3A62A1AD}" srcOrd="0" destOrd="0" presId="urn:microsoft.com/office/officeart/2005/8/layout/process5"/>
    <dgm:cxn modelId="{ADA302B5-97A0-46EF-BA5E-BE15BEAE285B}" type="presOf" srcId="{A135C61D-4295-46BE-B89B-49E111B34E9F}" destId="{E7FE26FC-C9D8-4670-8691-3D5FEAA907EC}" srcOrd="1" destOrd="0" presId="urn:microsoft.com/office/officeart/2005/8/layout/process5"/>
    <dgm:cxn modelId="{D14AEAB7-FCC2-45D1-8D52-F438635B8E2A}" type="presOf" srcId="{69CA03ED-3E10-4504-94DB-16B93DF8237A}" destId="{A4B8853B-ACEB-48D3-9769-8C706765E80A}" srcOrd="0" destOrd="0" presId="urn:microsoft.com/office/officeart/2005/8/layout/process5"/>
    <dgm:cxn modelId="{331B7AC1-A9FA-419C-8F60-7E6F819F4D2C}" type="presOf" srcId="{8DE848C1-0FF2-42CF-868A-FF75221B2A7D}" destId="{6EE9C49D-E71A-46BD-91E4-9539F0E5D043}" srcOrd="0" destOrd="0" presId="urn:microsoft.com/office/officeart/2005/8/layout/process5"/>
    <dgm:cxn modelId="{C83EA1C6-5958-4BEC-B30E-E59010B0E93A}" type="presOf" srcId="{6DB032CB-E876-431B-B05E-72AA2BC75F31}" destId="{ADAFC374-32E4-4DA6-A16B-82172D007135}" srcOrd="1" destOrd="0" presId="urn:microsoft.com/office/officeart/2005/8/layout/process5"/>
    <dgm:cxn modelId="{1C36CBC6-8768-4F27-A338-565C86B5B55B}" srcId="{69CA03ED-3E10-4504-94DB-16B93DF8237A}" destId="{C9B1A6DA-9A04-4BED-867E-963B48D8B8FE}" srcOrd="8" destOrd="0" parTransId="{B741DEFF-5FC5-407D-AA1F-8CA0B73664D2}" sibTransId="{BB1D818A-F176-430C-AC33-8B438FA643B7}"/>
    <dgm:cxn modelId="{D9D8BFC7-1FF9-4DED-A303-126B25CF9578}" type="presOf" srcId="{8DE848C1-0FF2-42CF-868A-FF75221B2A7D}" destId="{1BC1391D-2FC5-45F7-90A1-B8F1EE1AB159}" srcOrd="1" destOrd="0" presId="urn:microsoft.com/office/officeart/2005/8/layout/process5"/>
    <dgm:cxn modelId="{DF0DC4C7-364F-4B65-9685-EA38E3A151A5}" srcId="{69CA03ED-3E10-4504-94DB-16B93DF8237A}" destId="{388117B8-57AF-43D6-A2BB-19D73F3DAEEE}" srcOrd="0" destOrd="0" parTransId="{C777CA19-5019-4A2F-8148-7E64927AA957}" sibTransId="{A2D69A62-4E43-4F06-8F97-E4B64262372F}"/>
    <dgm:cxn modelId="{6083C1E1-1977-4308-B2BA-1BB672AC6E89}" type="presOf" srcId="{033516CC-FA51-472F-878D-0C0F9EDA3C21}" destId="{D8F524B2-B5E0-4A82-A06E-2C5E0EB021B2}" srcOrd="0" destOrd="0" presId="urn:microsoft.com/office/officeart/2005/8/layout/process5"/>
    <dgm:cxn modelId="{C3BC95E3-9251-4799-9AA3-97855C688AA3}" type="presOf" srcId="{C0E25866-B5DA-4E7D-A1C0-0E10A6E6AC9D}" destId="{2D999321-DDCE-4412-AED9-20329E020729}" srcOrd="0" destOrd="0" presId="urn:microsoft.com/office/officeart/2005/8/layout/process5"/>
    <dgm:cxn modelId="{B0E732ED-48D3-4DE1-8973-7649B5EAB4A8}" type="presOf" srcId="{B03EFF59-3969-40EC-A52B-6D69FB471D38}" destId="{41A6DF16-496A-45BE-974A-4B1EE985F677}" srcOrd="0" destOrd="0" presId="urn:microsoft.com/office/officeart/2005/8/layout/process5"/>
    <dgm:cxn modelId="{D3CBA1EE-0832-4561-9FB7-FF606FF09FB9}" srcId="{69CA03ED-3E10-4504-94DB-16B93DF8237A}" destId="{033516CC-FA51-472F-878D-0C0F9EDA3C21}" srcOrd="2" destOrd="0" parTransId="{92A85C1A-B9DD-4E8D-B051-258AB2653F3F}" sibTransId="{B03EFF59-3969-40EC-A52B-6D69FB471D38}"/>
    <dgm:cxn modelId="{D0FBB9EE-2181-458E-950B-469BB48BFD8B}" srcId="{69CA03ED-3E10-4504-94DB-16B93DF8237A}" destId="{BD5DDF41-52C3-47EA-87CA-4FE69D55E50C}" srcOrd="10" destOrd="0" parTransId="{FA1054B8-6321-4EDF-80D5-299DCACE27C7}" sibTransId="{4FB8A3A9-26C6-4408-87C5-7EB612D10C76}"/>
    <dgm:cxn modelId="{30F8CAEF-6350-4AAC-8D0A-03C966851AFA}" type="presOf" srcId="{A2D69A62-4E43-4F06-8F97-E4B64262372F}" destId="{DFA6FDB1-2F64-48F3-B6CE-70AC5D22FB62}" srcOrd="1" destOrd="0" presId="urn:microsoft.com/office/officeart/2005/8/layout/process5"/>
    <dgm:cxn modelId="{B7F21AF0-BB46-4909-8DA5-7B1DE5F5B0B5}" srcId="{69CA03ED-3E10-4504-94DB-16B93DF8237A}" destId="{576AA210-C0A6-4CAD-9481-1FC3B94FBF36}" srcOrd="5" destOrd="0" parTransId="{B1435902-AD47-4258-963E-B8672CF13199}" sibTransId="{A135C61D-4295-46BE-B89B-49E111B34E9F}"/>
    <dgm:cxn modelId="{D66B1DF2-4014-401B-9ED3-2EEA51376B92}" type="presOf" srcId="{62733A0A-1AD4-48D5-81FD-C9ACDBE11E54}" destId="{EB3C479E-6B19-4D49-91BF-23433F3E95A0}" srcOrd="1" destOrd="0" presId="urn:microsoft.com/office/officeart/2005/8/layout/process5"/>
    <dgm:cxn modelId="{FC1B91F2-DB4B-4070-9409-7E2E2B5CB557}" type="presOf" srcId="{3C6A6047-9436-4467-BEB6-C63D8F0773D1}" destId="{48412E71-8C94-4A80-A13A-2567AD0248FA}" srcOrd="0" destOrd="0" presId="urn:microsoft.com/office/officeart/2005/8/layout/process5"/>
    <dgm:cxn modelId="{E1190FF3-8979-4CE9-8816-8F953D166C87}" type="presOf" srcId="{4771B70B-E12F-43BA-9B2D-4F9B85F8E200}" destId="{B80ACDFD-0C29-42EA-B980-CA3A7A1B0A5A}" srcOrd="1" destOrd="0" presId="urn:microsoft.com/office/officeart/2005/8/layout/process5"/>
    <dgm:cxn modelId="{CEF05AF3-614B-40EC-9922-2407D8A67A3F}" type="presOf" srcId="{62733A0A-1AD4-48D5-81FD-C9ACDBE11E54}" destId="{90DE4C2C-F756-4308-B57E-DF876D42B772}" srcOrd="0" destOrd="0" presId="urn:microsoft.com/office/officeart/2005/8/layout/process5"/>
    <dgm:cxn modelId="{BCFCC5F5-D081-4CB2-A92A-BCEEA5877985}" srcId="{69CA03ED-3E10-4504-94DB-16B93DF8237A}" destId="{483A1DEB-5498-4C50-8557-61A69C9E7626}" srcOrd="3" destOrd="0" parTransId="{BE2F47C5-E80F-487A-B854-DD53A2376A0B}" sibTransId="{19F55115-D034-43E1-B0EA-E6E91D92012B}"/>
    <dgm:cxn modelId="{3F3184FF-1959-44BA-9947-28E7B6B6DE69}" type="presOf" srcId="{483A1DEB-5498-4C50-8557-61A69C9E7626}" destId="{0E4E3DC4-AAFA-405E-B7BA-2CDC20AA193B}" srcOrd="0" destOrd="0" presId="urn:microsoft.com/office/officeart/2005/8/layout/process5"/>
    <dgm:cxn modelId="{93CC347D-7A24-4125-963C-3AC7819E830F}" type="presParOf" srcId="{A4B8853B-ACEB-48D3-9769-8C706765E80A}" destId="{FEC13DA0-DF3D-4D34-87FE-38DF0FC639FB}" srcOrd="0" destOrd="0" presId="urn:microsoft.com/office/officeart/2005/8/layout/process5"/>
    <dgm:cxn modelId="{E0A180E3-62DF-4C9C-BAC3-D714BD57C18D}" type="presParOf" srcId="{A4B8853B-ACEB-48D3-9769-8C706765E80A}" destId="{98E470DF-0B60-4C18-B8BB-2FAF14247823}" srcOrd="1" destOrd="0" presId="urn:microsoft.com/office/officeart/2005/8/layout/process5"/>
    <dgm:cxn modelId="{B5ABA330-F66D-4735-A861-87401F5D2230}" type="presParOf" srcId="{98E470DF-0B60-4C18-B8BB-2FAF14247823}" destId="{DFA6FDB1-2F64-48F3-B6CE-70AC5D22FB62}" srcOrd="0" destOrd="0" presId="urn:microsoft.com/office/officeart/2005/8/layout/process5"/>
    <dgm:cxn modelId="{1789D5B6-2738-4519-B297-2A6A25CCF86C}" type="presParOf" srcId="{A4B8853B-ACEB-48D3-9769-8C706765E80A}" destId="{2D999321-DDCE-4412-AED9-20329E020729}" srcOrd="2" destOrd="0" presId="urn:microsoft.com/office/officeart/2005/8/layout/process5"/>
    <dgm:cxn modelId="{4AD5817D-7EB5-4448-A2FE-E7618DDBC905}" type="presParOf" srcId="{A4B8853B-ACEB-48D3-9769-8C706765E80A}" destId="{16A4DB99-A15F-44EE-84F2-714D1F0397A0}" srcOrd="3" destOrd="0" presId="urn:microsoft.com/office/officeart/2005/8/layout/process5"/>
    <dgm:cxn modelId="{960E2FB8-7066-464D-BEF3-0BA812DFC009}" type="presParOf" srcId="{16A4DB99-A15F-44EE-84F2-714D1F0397A0}" destId="{B80ACDFD-0C29-42EA-B980-CA3A7A1B0A5A}" srcOrd="0" destOrd="0" presId="urn:microsoft.com/office/officeart/2005/8/layout/process5"/>
    <dgm:cxn modelId="{2372864E-08DC-4729-B280-165B27160F31}" type="presParOf" srcId="{A4B8853B-ACEB-48D3-9769-8C706765E80A}" destId="{D8F524B2-B5E0-4A82-A06E-2C5E0EB021B2}" srcOrd="4" destOrd="0" presId="urn:microsoft.com/office/officeart/2005/8/layout/process5"/>
    <dgm:cxn modelId="{6F6B3D75-2AE6-4D19-AC52-BA5A0F65EA36}" type="presParOf" srcId="{A4B8853B-ACEB-48D3-9769-8C706765E80A}" destId="{41A6DF16-496A-45BE-974A-4B1EE985F677}" srcOrd="5" destOrd="0" presId="urn:microsoft.com/office/officeart/2005/8/layout/process5"/>
    <dgm:cxn modelId="{F648DF7F-2028-4321-B984-01AD082D039D}" type="presParOf" srcId="{41A6DF16-496A-45BE-974A-4B1EE985F677}" destId="{5481CF9E-F928-476D-AA87-680E1BF91D13}" srcOrd="0" destOrd="0" presId="urn:microsoft.com/office/officeart/2005/8/layout/process5"/>
    <dgm:cxn modelId="{F620D1F7-159C-4389-AA5C-D9ACFA057DD0}" type="presParOf" srcId="{A4B8853B-ACEB-48D3-9769-8C706765E80A}" destId="{0E4E3DC4-AAFA-405E-B7BA-2CDC20AA193B}" srcOrd="6" destOrd="0" presId="urn:microsoft.com/office/officeart/2005/8/layout/process5"/>
    <dgm:cxn modelId="{D8FE5220-2ACA-4AC9-B5AF-87FD12C53856}" type="presParOf" srcId="{A4B8853B-ACEB-48D3-9769-8C706765E80A}" destId="{DA6E800C-EA4E-450C-B9D4-440A3A62A1AD}" srcOrd="7" destOrd="0" presId="urn:microsoft.com/office/officeart/2005/8/layout/process5"/>
    <dgm:cxn modelId="{9F5A09D3-366A-4373-BB72-AFF429B80E60}" type="presParOf" srcId="{DA6E800C-EA4E-450C-B9D4-440A3A62A1AD}" destId="{40ACEAF9-3EA6-46F1-9A9A-8C3F707D2575}" srcOrd="0" destOrd="0" presId="urn:microsoft.com/office/officeart/2005/8/layout/process5"/>
    <dgm:cxn modelId="{C87EA1B7-B818-40DC-B7F9-844F83ADBF69}" type="presParOf" srcId="{A4B8853B-ACEB-48D3-9769-8C706765E80A}" destId="{48412E71-8C94-4A80-A13A-2567AD0248FA}" srcOrd="8" destOrd="0" presId="urn:microsoft.com/office/officeart/2005/8/layout/process5"/>
    <dgm:cxn modelId="{EE9284FA-0890-41B8-B665-928FC1C18AAF}" type="presParOf" srcId="{A4B8853B-ACEB-48D3-9769-8C706765E80A}" destId="{90DE4C2C-F756-4308-B57E-DF876D42B772}" srcOrd="9" destOrd="0" presId="urn:microsoft.com/office/officeart/2005/8/layout/process5"/>
    <dgm:cxn modelId="{FA5AE6FB-5D71-406A-BC32-086B8EF3AD6B}" type="presParOf" srcId="{90DE4C2C-F756-4308-B57E-DF876D42B772}" destId="{EB3C479E-6B19-4D49-91BF-23433F3E95A0}" srcOrd="0" destOrd="0" presId="urn:microsoft.com/office/officeart/2005/8/layout/process5"/>
    <dgm:cxn modelId="{B737FC92-9761-47D7-809D-A808A589C820}" type="presParOf" srcId="{A4B8853B-ACEB-48D3-9769-8C706765E80A}" destId="{0DA2B767-F7C1-4286-9CED-9D7D715B3442}" srcOrd="10" destOrd="0" presId="urn:microsoft.com/office/officeart/2005/8/layout/process5"/>
    <dgm:cxn modelId="{EE3C5A3A-EE5E-451F-86FF-41AC8BC51324}" type="presParOf" srcId="{A4B8853B-ACEB-48D3-9769-8C706765E80A}" destId="{4DA84AAE-51E7-456C-9677-22F33616E7AC}" srcOrd="11" destOrd="0" presId="urn:microsoft.com/office/officeart/2005/8/layout/process5"/>
    <dgm:cxn modelId="{6CC08E5D-F585-45E1-B475-985D78F00382}" type="presParOf" srcId="{4DA84AAE-51E7-456C-9677-22F33616E7AC}" destId="{E7FE26FC-C9D8-4670-8691-3D5FEAA907EC}" srcOrd="0" destOrd="0" presId="urn:microsoft.com/office/officeart/2005/8/layout/process5"/>
    <dgm:cxn modelId="{EE032233-BD2D-4868-9825-74283845DA00}" type="presParOf" srcId="{A4B8853B-ACEB-48D3-9769-8C706765E80A}" destId="{3C6B9BF9-DE71-4412-B958-CBAE0D141077}" srcOrd="12" destOrd="0" presId="urn:microsoft.com/office/officeart/2005/8/layout/process5"/>
    <dgm:cxn modelId="{F614B0ED-219A-477F-BC84-EA20FD73817B}" type="presParOf" srcId="{A4B8853B-ACEB-48D3-9769-8C706765E80A}" destId="{BA869798-59D1-4A05-A184-9C71031D6273}" srcOrd="13" destOrd="0" presId="urn:microsoft.com/office/officeart/2005/8/layout/process5"/>
    <dgm:cxn modelId="{59DFCF44-5FBB-4984-B243-A00819123D34}" type="presParOf" srcId="{BA869798-59D1-4A05-A184-9C71031D6273}" destId="{32B8C2E1-3008-448D-AA20-28D75D99BF7F}" srcOrd="0" destOrd="0" presId="urn:microsoft.com/office/officeart/2005/8/layout/process5"/>
    <dgm:cxn modelId="{1220B0A9-2DCA-4B44-B70A-77BBF4F5677E}" type="presParOf" srcId="{A4B8853B-ACEB-48D3-9769-8C706765E80A}" destId="{13834B8E-EBA6-48B1-A114-7AC505E954B9}" srcOrd="14" destOrd="0" presId="urn:microsoft.com/office/officeart/2005/8/layout/process5"/>
    <dgm:cxn modelId="{3A8D5525-48C3-48F3-9FA6-A9B9F68841A1}" type="presParOf" srcId="{A4B8853B-ACEB-48D3-9769-8C706765E80A}" destId="{6EE9C49D-E71A-46BD-91E4-9539F0E5D043}" srcOrd="15" destOrd="0" presId="urn:microsoft.com/office/officeart/2005/8/layout/process5"/>
    <dgm:cxn modelId="{F3D7E002-5637-4E4E-8F9D-EB04C0FA4811}" type="presParOf" srcId="{6EE9C49D-E71A-46BD-91E4-9539F0E5D043}" destId="{1BC1391D-2FC5-45F7-90A1-B8F1EE1AB159}" srcOrd="0" destOrd="0" presId="urn:microsoft.com/office/officeart/2005/8/layout/process5"/>
    <dgm:cxn modelId="{EE863135-F861-4317-9453-E33ADEB96677}" type="presParOf" srcId="{A4B8853B-ACEB-48D3-9769-8C706765E80A}" destId="{2FCCDC97-DD42-44E0-B4FE-D4EA319968B0}" srcOrd="16" destOrd="0" presId="urn:microsoft.com/office/officeart/2005/8/layout/process5"/>
    <dgm:cxn modelId="{3A177DE5-741A-4125-91DB-5C0F6E579878}" type="presParOf" srcId="{A4B8853B-ACEB-48D3-9769-8C706765E80A}" destId="{5BF54FD8-4C42-400B-9BFD-77BE1AF2F93B}" srcOrd="17" destOrd="0" presId="urn:microsoft.com/office/officeart/2005/8/layout/process5"/>
    <dgm:cxn modelId="{FAFAA9B3-D126-4DD1-87F7-53AF8C2916B0}" type="presParOf" srcId="{5BF54FD8-4C42-400B-9BFD-77BE1AF2F93B}" destId="{44D3AC03-E9F2-4B63-9129-B22122C6F812}" srcOrd="0" destOrd="0" presId="urn:microsoft.com/office/officeart/2005/8/layout/process5"/>
    <dgm:cxn modelId="{8243BCC0-9563-402D-972E-3AB4A0947652}" type="presParOf" srcId="{A4B8853B-ACEB-48D3-9769-8C706765E80A}" destId="{AB9D9214-1C59-43CE-8845-04F3FBC5BD18}" srcOrd="18" destOrd="0" presId="urn:microsoft.com/office/officeart/2005/8/layout/process5"/>
    <dgm:cxn modelId="{E27DE32C-8A0B-44FE-8017-C188C94E5183}" type="presParOf" srcId="{A4B8853B-ACEB-48D3-9769-8C706765E80A}" destId="{372F3A02-41FB-4C49-8FF9-C10AC3728D11}" srcOrd="19" destOrd="0" presId="urn:microsoft.com/office/officeart/2005/8/layout/process5"/>
    <dgm:cxn modelId="{9280DE9B-B9EA-4F93-AC11-DF1AF2E7ECA7}" type="presParOf" srcId="{372F3A02-41FB-4C49-8FF9-C10AC3728D11}" destId="{ADAFC374-32E4-4DA6-A16B-82172D007135}" srcOrd="0" destOrd="0" presId="urn:microsoft.com/office/officeart/2005/8/layout/process5"/>
    <dgm:cxn modelId="{5BCA9474-1D98-4613-945C-5F57A93A2CCF}" type="presParOf" srcId="{A4B8853B-ACEB-48D3-9769-8C706765E80A}" destId="{6AD9179B-041D-4A9A-9107-AF537025D636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03FAAB-CBB8-4FBE-B9A1-1F90E135297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982923-1905-4EEF-B1D2-E27756ED28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Performance: p95 latency ≤ 1.5 s after cache warm-up.</a:t>
          </a:r>
        </a:p>
      </dgm:t>
    </dgm:pt>
    <dgm:pt modelId="{482DC22B-856C-4382-BE54-FC86631D9CB4}" type="parTrans" cxnId="{6A68A08D-0358-4B30-98D2-4CEBF982CE73}">
      <dgm:prSet/>
      <dgm:spPr/>
      <dgm:t>
        <a:bodyPr/>
        <a:lstStyle/>
        <a:p>
          <a:endParaRPr lang="en-US"/>
        </a:p>
      </dgm:t>
    </dgm:pt>
    <dgm:pt modelId="{1DB12F2A-B0E5-499B-B73A-9A47F7E891E2}" type="sibTrans" cxnId="{6A68A08D-0358-4B30-98D2-4CEBF982CE73}">
      <dgm:prSet/>
      <dgm:spPr/>
      <dgm:t>
        <a:bodyPr/>
        <a:lstStyle/>
        <a:p>
          <a:endParaRPr lang="en-US"/>
        </a:p>
      </dgm:t>
    </dgm:pt>
    <dgm:pt modelId="{93CEFA19-9F77-4EDB-97F5-13B2C8897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Coverage: ≥ 95% items display sources; ≥ 70% unit/integration test coverage.</a:t>
          </a:r>
        </a:p>
      </dgm:t>
    </dgm:pt>
    <dgm:pt modelId="{0974B259-F502-42DD-97E9-CC296C92E0F7}" type="parTrans" cxnId="{FC01F40B-F72D-401D-A7CD-7F485568CADF}">
      <dgm:prSet/>
      <dgm:spPr/>
      <dgm:t>
        <a:bodyPr/>
        <a:lstStyle/>
        <a:p>
          <a:endParaRPr lang="en-US"/>
        </a:p>
      </dgm:t>
    </dgm:pt>
    <dgm:pt modelId="{01421DB8-C27E-419F-8FC0-C753B520A6C3}" type="sibTrans" cxnId="{FC01F40B-F72D-401D-A7CD-7F485568CADF}">
      <dgm:prSet/>
      <dgm:spPr/>
      <dgm:t>
        <a:bodyPr/>
        <a:lstStyle/>
        <a:p>
          <a:endParaRPr lang="en-US"/>
        </a:p>
      </dgm:t>
    </dgm:pt>
    <dgm:pt modelId="{980BFB3A-5888-4C6C-8F71-503B3494B5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Localization: ≥ 2 languages at launch; accessibility checks (WCAG-friendly).</a:t>
          </a:r>
        </a:p>
      </dgm:t>
    </dgm:pt>
    <dgm:pt modelId="{70F10975-F77F-4344-938F-51C5171A04E6}" type="parTrans" cxnId="{7AB2744D-ED7E-4A07-82CC-874D557DCC94}">
      <dgm:prSet/>
      <dgm:spPr/>
      <dgm:t>
        <a:bodyPr/>
        <a:lstStyle/>
        <a:p>
          <a:endParaRPr lang="en-US"/>
        </a:p>
      </dgm:t>
    </dgm:pt>
    <dgm:pt modelId="{5AFD8F59-09ED-438B-BD93-4BF605A9E359}" type="sibTrans" cxnId="{7AB2744D-ED7E-4A07-82CC-874D557DCC94}">
      <dgm:prSet/>
      <dgm:spPr/>
      <dgm:t>
        <a:bodyPr/>
        <a:lstStyle/>
        <a:p>
          <a:endParaRPr lang="en-US"/>
        </a:p>
      </dgm:t>
    </dgm:pt>
    <dgm:pt modelId="{212D2D46-4683-499E-BFB0-4069F8E431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Usability: SUS ≥ 75 on pilot cohort.</a:t>
          </a:r>
        </a:p>
      </dgm:t>
    </dgm:pt>
    <dgm:pt modelId="{C1DBF4E9-A650-4DE0-AC2F-054B076E49DC}" type="parTrans" cxnId="{9F43CCB5-E88D-4E3C-A3AB-ED97D3C230DE}">
      <dgm:prSet/>
      <dgm:spPr/>
      <dgm:t>
        <a:bodyPr/>
        <a:lstStyle/>
        <a:p>
          <a:endParaRPr lang="en-US"/>
        </a:p>
      </dgm:t>
    </dgm:pt>
    <dgm:pt modelId="{BBBFFC6F-CAD3-42DB-AD0D-7B4E45D1D0F2}" type="sibTrans" cxnId="{9F43CCB5-E88D-4E3C-A3AB-ED97D3C230DE}">
      <dgm:prSet/>
      <dgm:spPr/>
      <dgm:t>
        <a:bodyPr/>
        <a:lstStyle/>
        <a:p>
          <a:endParaRPr lang="en-US"/>
        </a:p>
      </dgm:t>
    </dgm:pt>
    <dgm:pt modelId="{2A117C9C-C319-4BEA-ADC8-8ED0C708578A}" type="pres">
      <dgm:prSet presAssocID="{9003FAAB-CBB8-4FBE-B9A1-1F90E1352975}" presName="root" presStyleCnt="0">
        <dgm:presLayoutVars>
          <dgm:dir/>
          <dgm:resizeHandles val="exact"/>
        </dgm:presLayoutVars>
      </dgm:prSet>
      <dgm:spPr/>
    </dgm:pt>
    <dgm:pt modelId="{F6C3B187-DD3C-477E-BE9B-D612A96E74EF}" type="pres">
      <dgm:prSet presAssocID="{63982923-1905-4EEF-B1D2-E27756ED287D}" presName="compNode" presStyleCnt="0"/>
      <dgm:spPr/>
    </dgm:pt>
    <dgm:pt modelId="{E0D77FC2-1314-4B0C-BAA0-914647F47778}" type="pres">
      <dgm:prSet presAssocID="{63982923-1905-4EEF-B1D2-E27756ED28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3A4EDCD-94BF-4A14-8E15-7BDCD1B130D8}" type="pres">
      <dgm:prSet presAssocID="{63982923-1905-4EEF-B1D2-E27756ED287D}" presName="spaceRect" presStyleCnt="0"/>
      <dgm:spPr/>
    </dgm:pt>
    <dgm:pt modelId="{09433B74-29FA-4C43-8A0C-49E2E500A6C6}" type="pres">
      <dgm:prSet presAssocID="{63982923-1905-4EEF-B1D2-E27756ED287D}" presName="textRect" presStyleLbl="revTx" presStyleIdx="0" presStyleCnt="4">
        <dgm:presLayoutVars>
          <dgm:chMax val="1"/>
          <dgm:chPref val="1"/>
        </dgm:presLayoutVars>
      </dgm:prSet>
      <dgm:spPr/>
    </dgm:pt>
    <dgm:pt modelId="{2F027DAD-27CB-49DB-A452-A65C0315D157}" type="pres">
      <dgm:prSet presAssocID="{1DB12F2A-B0E5-499B-B73A-9A47F7E891E2}" presName="sibTrans" presStyleCnt="0"/>
      <dgm:spPr/>
    </dgm:pt>
    <dgm:pt modelId="{4B575DEF-D178-4327-821E-F6EFB3220614}" type="pres">
      <dgm:prSet presAssocID="{93CEFA19-9F77-4EDB-97F5-13B2C8897350}" presName="compNode" presStyleCnt="0"/>
      <dgm:spPr/>
    </dgm:pt>
    <dgm:pt modelId="{F3F37B49-F7D3-4899-8C19-DCB5B678DEF8}" type="pres">
      <dgm:prSet presAssocID="{93CEFA19-9F77-4EDB-97F5-13B2C88973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B241811-0770-4CC7-B381-FD4DFA49D251}" type="pres">
      <dgm:prSet presAssocID="{93CEFA19-9F77-4EDB-97F5-13B2C8897350}" presName="spaceRect" presStyleCnt="0"/>
      <dgm:spPr/>
    </dgm:pt>
    <dgm:pt modelId="{77407AF2-5A54-4206-A2D4-CACC8D2B613C}" type="pres">
      <dgm:prSet presAssocID="{93CEFA19-9F77-4EDB-97F5-13B2C8897350}" presName="textRect" presStyleLbl="revTx" presStyleIdx="1" presStyleCnt="4">
        <dgm:presLayoutVars>
          <dgm:chMax val="1"/>
          <dgm:chPref val="1"/>
        </dgm:presLayoutVars>
      </dgm:prSet>
      <dgm:spPr/>
    </dgm:pt>
    <dgm:pt modelId="{89089CAB-809A-40B5-A2E0-D925C2BCFEDF}" type="pres">
      <dgm:prSet presAssocID="{01421DB8-C27E-419F-8FC0-C753B520A6C3}" presName="sibTrans" presStyleCnt="0"/>
      <dgm:spPr/>
    </dgm:pt>
    <dgm:pt modelId="{39E85A21-1D05-453F-AFB4-017C706C6007}" type="pres">
      <dgm:prSet presAssocID="{980BFB3A-5888-4C6C-8F71-503B3494B574}" presName="compNode" presStyleCnt="0"/>
      <dgm:spPr/>
    </dgm:pt>
    <dgm:pt modelId="{028A01BA-98C6-48FC-9915-C1A05AD18FBE}" type="pres">
      <dgm:prSet presAssocID="{980BFB3A-5888-4C6C-8F71-503B3494B5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F3150313-5052-4FCC-B625-8057801501A7}" type="pres">
      <dgm:prSet presAssocID="{980BFB3A-5888-4C6C-8F71-503B3494B574}" presName="spaceRect" presStyleCnt="0"/>
      <dgm:spPr/>
    </dgm:pt>
    <dgm:pt modelId="{0D95682D-F06D-42C4-9134-42EE85AC062E}" type="pres">
      <dgm:prSet presAssocID="{980BFB3A-5888-4C6C-8F71-503B3494B574}" presName="textRect" presStyleLbl="revTx" presStyleIdx="2" presStyleCnt="4">
        <dgm:presLayoutVars>
          <dgm:chMax val="1"/>
          <dgm:chPref val="1"/>
        </dgm:presLayoutVars>
      </dgm:prSet>
      <dgm:spPr/>
    </dgm:pt>
    <dgm:pt modelId="{39C2C274-1873-4DCD-94A8-CA5B10E73B90}" type="pres">
      <dgm:prSet presAssocID="{5AFD8F59-09ED-438B-BD93-4BF605A9E359}" presName="sibTrans" presStyleCnt="0"/>
      <dgm:spPr/>
    </dgm:pt>
    <dgm:pt modelId="{AEB1AA10-C4E0-45BC-A1D3-D16F5B2AC4B7}" type="pres">
      <dgm:prSet presAssocID="{212D2D46-4683-499E-BFB0-4069F8E43162}" presName="compNode" presStyleCnt="0"/>
      <dgm:spPr/>
    </dgm:pt>
    <dgm:pt modelId="{1E1D0858-3533-4B29-8DC4-8A4AEE5173DB}" type="pres">
      <dgm:prSet presAssocID="{212D2D46-4683-499E-BFB0-4069F8E431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FCFC78B-3F69-44D5-9BCE-2EF7C39DD0DC}" type="pres">
      <dgm:prSet presAssocID="{212D2D46-4683-499E-BFB0-4069F8E43162}" presName="spaceRect" presStyleCnt="0"/>
      <dgm:spPr/>
    </dgm:pt>
    <dgm:pt modelId="{F6CE79A1-B29F-4B5F-BDB3-1362BDD741BA}" type="pres">
      <dgm:prSet presAssocID="{212D2D46-4683-499E-BFB0-4069F8E431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01F40B-F72D-401D-A7CD-7F485568CADF}" srcId="{9003FAAB-CBB8-4FBE-B9A1-1F90E1352975}" destId="{93CEFA19-9F77-4EDB-97F5-13B2C8897350}" srcOrd="1" destOrd="0" parTransId="{0974B259-F502-42DD-97E9-CC296C92E0F7}" sibTransId="{01421DB8-C27E-419F-8FC0-C753B520A6C3}"/>
    <dgm:cxn modelId="{169A6D2D-32EB-4061-A844-AC36E72E8A74}" type="presOf" srcId="{63982923-1905-4EEF-B1D2-E27756ED287D}" destId="{09433B74-29FA-4C43-8A0C-49E2E500A6C6}" srcOrd="0" destOrd="0" presId="urn:microsoft.com/office/officeart/2018/2/layout/IconLabelList"/>
    <dgm:cxn modelId="{3E80ED42-32DA-49F4-9395-046EB47CBD84}" type="presOf" srcId="{93CEFA19-9F77-4EDB-97F5-13B2C8897350}" destId="{77407AF2-5A54-4206-A2D4-CACC8D2B613C}" srcOrd="0" destOrd="0" presId="urn:microsoft.com/office/officeart/2018/2/layout/IconLabelList"/>
    <dgm:cxn modelId="{7AB2744D-ED7E-4A07-82CC-874D557DCC94}" srcId="{9003FAAB-CBB8-4FBE-B9A1-1F90E1352975}" destId="{980BFB3A-5888-4C6C-8F71-503B3494B574}" srcOrd="2" destOrd="0" parTransId="{70F10975-F77F-4344-938F-51C5171A04E6}" sibTransId="{5AFD8F59-09ED-438B-BD93-4BF605A9E359}"/>
    <dgm:cxn modelId="{CBB43C58-E661-4B3A-B19E-D557617C2E0F}" type="presOf" srcId="{212D2D46-4683-499E-BFB0-4069F8E43162}" destId="{F6CE79A1-B29F-4B5F-BDB3-1362BDD741BA}" srcOrd="0" destOrd="0" presId="urn:microsoft.com/office/officeart/2018/2/layout/IconLabelList"/>
    <dgm:cxn modelId="{4A735559-E1BA-47BE-9B49-C4DA6D2F74ED}" type="presOf" srcId="{980BFB3A-5888-4C6C-8F71-503B3494B574}" destId="{0D95682D-F06D-42C4-9134-42EE85AC062E}" srcOrd="0" destOrd="0" presId="urn:microsoft.com/office/officeart/2018/2/layout/IconLabelList"/>
    <dgm:cxn modelId="{6A68A08D-0358-4B30-98D2-4CEBF982CE73}" srcId="{9003FAAB-CBB8-4FBE-B9A1-1F90E1352975}" destId="{63982923-1905-4EEF-B1D2-E27756ED287D}" srcOrd="0" destOrd="0" parTransId="{482DC22B-856C-4382-BE54-FC86631D9CB4}" sibTransId="{1DB12F2A-B0E5-499B-B73A-9A47F7E891E2}"/>
    <dgm:cxn modelId="{9F43CCB5-E88D-4E3C-A3AB-ED97D3C230DE}" srcId="{9003FAAB-CBB8-4FBE-B9A1-1F90E1352975}" destId="{212D2D46-4683-499E-BFB0-4069F8E43162}" srcOrd="3" destOrd="0" parTransId="{C1DBF4E9-A650-4DE0-AC2F-054B076E49DC}" sibTransId="{BBBFFC6F-CAD3-42DB-AD0D-7B4E45D1D0F2}"/>
    <dgm:cxn modelId="{FFC81BF8-15AC-49E7-BE5C-6A3F9F878FA7}" type="presOf" srcId="{9003FAAB-CBB8-4FBE-B9A1-1F90E1352975}" destId="{2A117C9C-C319-4BEA-ADC8-8ED0C708578A}" srcOrd="0" destOrd="0" presId="urn:microsoft.com/office/officeart/2018/2/layout/IconLabelList"/>
    <dgm:cxn modelId="{4647EEBA-5A71-4367-8416-0A217B533111}" type="presParOf" srcId="{2A117C9C-C319-4BEA-ADC8-8ED0C708578A}" destId="{F6C3B187-DD3C-477E-BE9B-D612A96E74EF}" srcOrd="0" destOrd="0" presId="urn:microsoft.com/office/officeart/2018/2/layout/IconLabelList"/>
    <dgm:cxn modelId="{35986440-B061-4417-A911-C18DD8F0BD94}" type="presParOf" srcId="{F6C3B187-DD3C-477E-BE9B-D612A96E74EF}" destId="{E0D77FC2-1314-4B0C-BAA0-914647F47778}" srcOrd="0" destOrd="0" presId="urn:microsoft.com/office/officeart/2018/2/layout/IconLabelList"/>
    <dgm:cxn modelId="{1F5027B4-DB73-4AA1-BF20-78BF05D2B8A2}" type="presParOf" srcId="{F6C3B187-DD3C-477E-BE9B-D612A96E74EF}" destId="{B3A4EDCD-94BF-4A14-8E15-7BDCD1B130D8}" srcOrd="1" destOrd="0" presId="urn:microsoft.com/office/officeart/2018/2/layout/IconLabelList"/>
    <dgm:cxn modelId="{593460F5-3240-4257-B65F-9671BEACF699}" type="presParOf" srcId="{F6C3B187-DD3C-477E-BE9B-D612A96E74EF}" destId="{09433B74-29FA-4C43-8A0C-49E2E500A6C6}" srcOrd="2" destOrd="0" presId="urn:microsoft.com/office/officeart/2018/2/layout/IconLabelList"/>
    <dgm:cxn modelId="{693BF401-E153-44E4-AAF9-2B156414D66F}" type="presParOf" srcId="{2A117C9C-C319-4BEA-ADC8-8ED0C708578A}" destId="{2F027DAD-27CB-49DB-A452-A65C0315D157}" srcOrd="1" destOrd="0" presId="urn:microsoft.com/office/officeart/2018/2/layout/IconLabelList"/>
    <dgm:cxn modelId="{DC2C8D23-CD83-43CC-8D57-EE581668B51D}" type="presParOf" srcId="{2A117C9C-C319-4BEA-ADC8-8ED0C708578A}" destId="{4B575DEF-D178-4327-821E-F6EFB3220614}" srcOrd="2" destOrd="0" presId="urn:microsoft.com/office/officeart/2018/2/layout/IconLabelList"/>
    <dgm:cxn modelId="{872C0D2D-BAF8-436B-9C93-57D9F175BB5E}" type="presParOf" srcId="{4B575DEF-D178-4327-821E-F6EFB3220614}" destId="{F3F37B49-F7D3-4899-8C19-DCB5B678DEF8}" srcOrd="0" destOrd="0" presId="urn:microsoft.com/office/officeart/2018/2/layout/IconLabelList"/>
    <dgm:cxn modelId="{9592449E-C11B-470A-B286-66B0B9D0A432}" type="presParOf" srcId="{4B575DEF-D178-4327-821E-F6EFB3220614}" destId="{EB241811-0770-4CC7-B381-FD4DFA49D251}" srcOrd="1" destOrd="0" presId="urn:microsoft.com/office/officeart/2018/2/layout/IconLabelList"/>
    <dgm:cxn modelId="{F7C6668D-D56D-402E-B198-D388DB2B529D}" type="presParOf" srcId="{4B575DEF-D178-4327-821E-F6EFB3220614}" destId="{77407AF2-5A54-4206-A2D4-CACC8D2B613C}" srcOrd="2" destOrd="0" presId="urn:microsoft.com/office/officeart/2018/2/layout/IconLabelList"/>
    <dgm:cxn modelId="{FE5AF48C-4D38-47CD-87BF-61CE9A6D7167}" type="presParOf" srcId="{2A117C9C-C319-4BEA-ADC8-8ED0C708578A}" destId="{89089CAB-809A-40B5-A2E0-D925C2BCFEDF}" srcOrd="3" destOrd="0" presId="urn:microsoft.com/office/officeart/2018/2/layout/IconLabelList"/>
    <dgm:cxn modelId="{94723DA9-87F1-498E-94DC-44F7B3C7720E}" type="presParOf" srcId="{2A117C9C-C319-4BEA-ADC8-8ED0C708578A}" destId="{39E85A21-1D05-453F-AFB4-017C706C6007}" srcOrd="4" destOrd="0" presId="urn:microsoft.com/office/officeart/2018/2/layout/IconLabelList"/>
    <dgm:cxn modelId="{C0C56412-5CF2-44AD-8AA7-6C99E3EA6565}" type="presParOf" srcId="{39E85A21-1D05-453F-AFB4-017C706C6007}" destId="{028A01BA-98C6-48FC-9915-C1A05AD18FBE}" srcOrd="0" destOrd="0" presId="urn:microsoft.com/office/officeart/2018/2/layout/IconLabelList"/>
    <dgm:cxn modelId="{3D35301F-C713-4805-9CCB-A15E71F69D58}" type="presParOf" srcId="{39E85A21-1D05-453F-AFB4-017C706C6007}" destId="{F3150313-5052-4FCC-B625-8057801501A7}" srcOrd="1" destOrd="0" presId="urn:microsoft.com/office/officeart/2018/2/layout/IconLabelList"/>
    <dgm:cxn modelId="{9D62F1CA-01BF-4E31-A268-1BB77EFC0BC5}" type="presParOf" srcId="{39E85A21-1D05-453F-AFB4-017C706C6007}" destId="{0D95682D-F06D-42C4-9134-42EE85AC062E}" srcOrd="2" destOrd="0" presId="urn:microsoft.com/office/officeart/2018/2/layout/IconLabelList"/>
    <dgm:cxn modelId="{59FCD67E-4C22-4F4A-86BB-A323A3E1F117}" type="presParOf" srcId="{2A117C9C-C319-4BEA-ADC8-8ED0C708578A}" destId="{39C2C274-1873-4DCD-94A8-CA5B10E73B90}" srcOrd="5" destOrd="0" presId="urn:microsoft.com/office/officeart/2018/2/layout/IconLabelList"/>
    <dgm:cxn modelId="{7B8FEBE6-2C67-441A-83A6-FBDC97AB8E72}" type="presParOf" srcId="{2A117C9C-C319-4BEA-ADC8-8ED0C708578A}" destId="{AEB1AA10-C4E0-45BC-A1D3-D16F5B2AC4B7}" srcOrd="6" destOrd="0" presId="urn:microsoft.com/office/officeart/2018/2/layout/IconLabelList"/>
    <dgm:cxn modelId="{E00DFC19-8821-41CF-A07F-1BC137E8E62D}" type="presParOf" srcId="{AEB1AA10-C4E0-45BC-A1D3-D16F5B2AC4B7}" destId="{1E1D0858-3533-4B29-8DC4-8A4AEE5173DB}" srcOrd="0" destOrd="0" presId="urn:microsoft.com/office/officeart/2018/2/layout/IconLabelList"/>
    <dgm:cxn modelId="{01A1CBB3-86ED-45BE-888B-EBC128A65E67}" type="presParOf" srcId="{AEB1AA10-C4E0-45BC-A1D3-D16F5B2AC4B7}" destId="{0FCFC78B-3F69-44D5-9BCE-2EF7C39DD0DC}" srcOrd="1" destOrd="0" presId="urn:microsoft.com/office/officeart/2018/2/layout/IconLabelList"/>
    <dgm:cxn modelId="{863C7694-490F-4580-8547-9BFC85279457}" type="presParOf" srcId="{AEB1AA10-C4E0-45BC-A1D3-D16F5B2AC4B7}" destId="{F6CE79A1-B29F-4B5F-BDB3-1362BDD741B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C3E7789-BFE5-4046-B763-61EE3960A2E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43C6268-2001-4F74-B152-47E65A29DE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gaps / proxies — Use nearest-region proxies with uncertainty badges; prioritize India-specific datasets.</a:t>
          </a:r>
        </a:p>
      </dgm:t>
    </dgm:pt>
    <dgm:pt modelId="{0F4F1ABD-BDD4-4C8D-BA96-E6D7D256729A}" type="parTrans" cxnId="{46B04938-A985-4663-B3BD-906D359C03C1}">
      <dgm:prSet/>
      <dgm:spPr/>
      <dgm:t>
        <a:bodyPr/>
        <a:lstStyle/>
        <a:p>
          <a:endParaRPr lang="en-US"/>
        </a:p>
      </dgm:t>
    </dgm:pt>
    <dgm:pt modelId="{BB3DE47C-6817-4288-94F6-D83D3E1C8E8A}" type="sibTrans" cxnId="{46B04938-A985-4663-B3BD-906D359C03C1}">
      <dgm:prSet/>
      <dgm:spPr/>
      <dgm:t>
        <a:bodyPr/>
        <a:lstStyle/>
        <a:p>
          <a:endParaRPr lang="en-US"/>
        </a:p>
      </dgm:t>
    </dgm:pt>
    <dgm:pt modelId="{B37D3F1E-C147-4327-86CE-157E5EAB29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User confusion (liters vs scarcity) — Dual view + tooltips + glossary.</a:t>
          </a:r>
        </a:p>
      </dgm:t>
    </dgm:pt>
    <dgm:pt modelId="{96789B76-E351-45E7-BCE9-73BEE330B32F}" type="parTrans" cxnId="{28BF0E79-6B96-4551-A21B-4068D3586B2B}">
      <dgm:prSet/>
      <dgm:spPr/>
      <dgm:t>
        <a:bodyPr/>
        <a:lstStyle/>
        <a:p>
          <a:endParaRPr lang="en-US"/>
        </a:p>
      </dgm:t>
    </dgm:pt>
    <dgm:pt modelId="{9838EE30-389A-4354-B796-D2A78900E77B}" type="sibTrans" cxnId="{28BF0E79-6B96-4551-A21B-4068D3586B2B}">
      <dgm:prSet/>
      <dgm:spPr/>
      <dgm:t>
        <a:bodyPr/>
        <a:lstStyle/>
        <a:p>
          <a:endParaRPr lang="en-US"/>
        </a:p>
      </dgm:t>
    </dgm:pt>
    <dgm:pt modelId="{8CACC262-CAFA-4CBD-91B7-CDE189039B8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Methodological debates (allocation rules) — Document choices; provide toggles where feasible.</a:t>
          </a:r>
        </a:p>
      </dgm:t>
    </dgm:pt>
    <dgm:pt modelId="{CC138EDD-C686-4445-936F-8F87D4FF2D30}" type="parTrans" cxnId="{2169C246-9A11-464D-82E3-426EA5BF6939}">
      <dgm:prSet/>
      <dgm:spPr/>
      <dgm:t>
        <a:bodyPr/>
        <a:lstStyle/>
        <a:p>
          <a:endParaRPr lang="en-US"/>
        </a:p>
      </dgm:t>
    </dgm:pt>
    <dgm:pt modelId="{C11C9B66-AE4A-4E81-9D77-1E6E11EAE8F4}" type="sibTrans" cxnId="{2169C246-9A11-464D-82E3-426EA5BF6939}">
      <dgm:prSet/>
      <dgm:spPr/>
      <dgm:t>
        <a:bodyPr/>
        <a:lstStyle/>
        <a:p>
          <a:endParaRPr lang="en-US"/>
        </a:p>
      </dgm:t>
    </dgm:pt>
    <dgm:pt modelId="{62D72E59-B61E-44C7-81AC-395C6F2F62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Performance &amp; cold starts — Redis caching; pre-compute common SKUs; CDN for assets.</a:t>
          </a:r>
        </a:p>
      </dgm:t>
    </dgm:pt>
    <dgm:pt modelId="{D246C188-586B-44DC-B9F7-C8A9FF3C2467}" type="parTrans" cxnId="{0A0ACA11-3F6E-48B3-A88B-957B75EF9339}">
      <dgm:prSet/>
      <dgm:spPr/>
      <dgm:t>
        <a:bodyPr/>
        <a:lstStyle/>
        <a:p>
          <a:endParaRPr lang="en-US"/>
        </a:p>
      </dgm:t>
    </dgm:pt>
    <dgm:pt modelId="{041B134F-ABDA-47CF-8044-17888EFA6685}" type="sibTrans" cxnId="{0A0ACA11-3F6E-48B3-A88B-957B75EF9339}">
      <dgm:prSet/>
      <dgm:spPr/>
      <dgm:t>
        <a:bodyPr/>
        <a:lstStyle/>
        <a:p>
          <a:endParaRPr lang="en-US"/>
        </a:p>
      </dgm:t>
    </dgm:pt>
    <dgm:pt modelId="{94BDA543-13F3-4630-A3FD-07BFE3DFB4E8}" type="pres">
      <dgm:prSet presAssocID="{9C3E7789-BFE5-4046-B763-61EE3960A2E7}" presName="root" presStyleCnt="0">
        <dgm:presLayoutVars>
          <dgm:dir/>
          <dgm:resizeHandles val="exact"/>
        </dgm:presLayoutVars>
      </dgm:prSet>
      <dgm:spPr/>
    </dgm:pt>
    <dgm:pt modelId="{A358855C-F73C-493E-83F8-89299BE12E73}" type="pres">
      <dgm:prSet presAssocID="{643C6268-2001-4F74-B152-47E65A29DE91}" presName="compNode" presStyleCnt="0"/>
      <dgm:spPr/>
    </dgm:pt>
    <dgm:pt modelId="{9DA23AE6-9B9C-4EE1-90C1-D29BE232B119}" type="pres">
      <dgm:prSet presAssocID="{643C6268-2001-4F74-B152-47E65A29DE91}" presName="iconBgRect" presStyleLbl="bgShp" presStyleIdx="0" presStyleCnt="4"/>
      <dgm:spPr/>
    </dgm:pt>
    <dgm:pt modelId="{667EFF20-70FB-4EAA-9A20-63ED8A9CD95F}" type="pres">
      <dgm:prSet presAssocID="{643C6268-2001-4F74-B152-47E65A29DE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73B8B6-81D1-48DB-BA28-4AD478636DCF}" type="pres">
      <dgm:prSet presAssocID="{643C6268-2001-4F74-B152-47E65A29DE91}" presName="spaceRect" presStyleCnt="0"/>
      <dgm:spPr/>
    </dgm:pt>
    <dgm:pt modelId="{D89CAD19-B225-4523-8BB5-1D72222B7FA5}" type="pres">
      <dgm:prSet presAssocID="{643C6268-2001-4F74-B152-47E65A29DE91}" presName="textRect" presStyleLbl="revTx" presStyleIdx="0" presStyleCnt="4">
        <dgm:presLayoutVars>
          <dgm:chMax val="1"/>
          <dgm:chPref val="1"/>
        </dgm:presLayoutVars>
      </dgm:prSet>
      <dgm:spPr/>
    </dgm:pt>
    <dgm:pt modelId="{BB887479-F876-403D-8315-2871F63DC2B9}" type="pres">
      <dgm:prSet presAssocID="{BB3DE47C-6817-4288-94F6-D83D3E1C8E8A}" presName="sibTrans" presStyleCnt="0"/>
      <dgm:spPr/>
    </dgm:pt>
    <dgm:pt modelId="{473826F4-3384-4C73-A47F-7B5CD69F0301}" type="pres">
      <dgm:prSet presAssocID="{B37D3F1E-C147-4327-86CE-157E5EAB292D}" presName="compNode" presStyleCnt="0"/>
      <dgm:spPr/>
    </dgm:pt>
    <dgm:pt modelId="{21D8F1D9-047B-49E4-9750-D0234AA6707E}" type="pres">
      <dgm:prSet presAssocID="{B37D3F1E-C147-4327-86CE-157E5EAB292D}" presName="iconBgRect" presStyleLbl="bgShp" presStyleIdx="1" presStyleCnt="4"/>
      <dgm:spPr/>
    </dgm:pt>
    <dgm:pt modelId="{E883AB8A-7B92-4E90-8BF7-726C2953151F}" type="pres">
      <dgm:prSet presAssocID="{B37D3F1E-C147-4327-86CE-157E5EAB29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60091CCC-E621-4667-8A5B-0AC3A4914A1F}" type="pres">
      <dgm:prSet presAssocID="{B37D3F1E-C147-4327-86CE-157E5EAB292D}" presName="spaceRect" presStyleCnt="0"/>
      <dgm:spPr/>
    </dgm:pt>
    <dgm:pt modelId="{244CD9DC-1FAE-4AFE-B910-CF4469FEB761}" type="pres">
      <dgm:prSet presAssocID="{B37D3F1E-C147-4327-86CE-157E5EAB292D}" presName="textRect" presStyleLbl="revTx" presStyleIdx="1" presStyleCnt="4">
        <dgm:presLayoutVars>
          <dgm:chMax val="1"/>
          <dgm:chPref val="1"/>
        </dgm:presLayoutVars>
      </dgm:prSet>
      <dgm:spPr/>
    </dgm:pt>
    <dgm:pt modelId="{E44CC944-D698-43AB-B20A-3F799FF935C4}" type="pres">
      <dgm:prSet presAssocID="{9838EE30-389A-4354-B796-D2A78900E77B}" presName="sibTrans" presStyleCnt="0"/>
      <dgm:spPr/>
    </dgm:pt>
    <dgm:pt modelId="{B798ECF1-4CFB-46FA-91E4-3F05B4C1E3FA}" type="pres">
      <dgm:prSet presAssocID="{8CACC262-CAFA-4CBD-91B7-CDE189039B89}" presName="compNode" presStyleCnt="0"/>
      <dgm:spPr/>
    </dgm:pt>
    <dgm:pt modelId="{803E12D6-33C0-4297-9791-238DA8955D85}" type="pres">
      <dgm:prSet presAssocID="{8CACC262-CAFA-4CBD-91B7-CDE189039B89}" presName="iconBgRect" presStyleLbl="bgShp" presStyleIdx="2" presStyleCnt="4"/>
      <dgm:spPr/>
    </dgm:pt>
    <dgm:pt modelId="{5BD767BA-1CE1-4B5A-97A2-722B06849264}" type="pres">
      <dgm:prSet presAssocID="{8CACC262-CAFA-4CBD-91B7-CDE189039B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089022C-8C22-4D86-8CFD-9FB692D168B8}" type="pres">
      <dgm:prSet presAssocID="{8CACC262-CAFA-4CBD-91B7-CDE189039B89}" presName="spaceRect" presStyleCnt="0"/>
      <dgm:spPr/>
    </dgm:pt>
    <dgm:pt modelId="{639EFA3A-9312-440F-BC1B-1FEC0770D3D5}" type="pres">
      <dgm:prSet presAssocID="{8CACC262-CAFA-4CBD-91B7-CDE189039B89}" presName="textRect" presStyleLbl="revTx" presStyleIdx="2" presStyleCnt="4">
        <dgm:presLayoutVars>
          <dgm:chMax val="1"/>
          <dgm:chPref val="1"/>
        </dgm:presLayoutVars>
      </dgm:prSet>
      <dgm:spPr/>
    </dgm:pt>
    <dgm:pt modelId="{B45E9688-6AC7-474B-B52E-B5B7C574AEA1}" type="pres">
      <dgm:prSet presAssocID="{C11C9B66-AE4A-4E81-9D77-1E6E11EAE8F4}" presName="sibTrans" presStyleCnt="0"/>
      <dgm:spPr/>
    </dgm:pt>
    <dgm:pt modelId="{DC997EE0-BF07-4B88-9BB1-683A16C92C82}" type="pres">
      <dgm:prSet presAssocID="{62D72E59-B61E-44C7-81AC-395C6F2F6214}" presName="compNode" presStyleCnt="0"/>
      <dgm:spPr/>
    </dgm:pt>
    <dgm:pt modelId="{71B34C1B-61B1-40FA-8DBF-860431D5B86A}" type="pres">
      <dgm:prSet presAssocID="{62D72E59-B61E-44C7-81AC-395C6F2F6214}" presName="iconBgRect" presStyleLbl="bgShp" presStyleIdx="3" presStyleCnt="4"/>
      <dgm:spPr/>
    </dgm:pt>
    <dgm:pt modelId="{A8DEF905-5E43-4D9C-8B9D-7197B127EE64}" type="pres">
      <dgm:prSet presAssocID="{62D72E59-B61E-44C7-81AC-395C6F2F621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EEFFF71-07F0-4937-9E9A-7569A20B55E2}" type="pres">
      <dgm:prSet presAssocID="{62D72E59-B61E-44C7-81AC-395C6F2F6214}" presName="spaceRect" presStyleCnt="0"/>
      <dgm:spPr/>
    </dgm:pt>
    <dgm:pt modelId="{DB2F7293-165D-41A5-8150-16D506CF4590}" type="pres">
      <dgm:prSet presAssocID="{62D72E59-B61E-44C7-81AC-395C6F2F621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7B6160A-31C8-47EA-A356-BDF7AF92C051}" type="presOf" srcId="{9C3E7789-BFE5-4046-B763-61EE3960A2E7}" destId="{94BDA543-13F3-4630-A3FD-07BFE3DFB4E8}" srcOrd="0" destOrd="0" presId="urn:microsoft.com/office/officeart/2018/5/layout/IconCircleLabelList"/>
    <dgm:cxn modelId="{0A0ACA11-3F6E-48B3-A88B-957B75EF9339}" srcId="{9C3E7789-BFE5-4046-B763-61EE3960A2E7}" destId="{62D72E59-B61E-44C7-81AC-395C6F2F6214}" srcOrd="3" destOrd="0" parTransId="{D246C188-586B-44DC-B9F7-C8A9FF3C2467}" sibTransId="{041B134F-ABDA-47CF-8044-17888EFA6685}"/>
    <dgm:cxn modelId="{8FC10E1C-6FBA-47C9-871A-B7A3336431E9}" type="presOf" srcId="{B37D3F1E-C147-4327-86CE-157E5EAB292D}" destId="{244CD9DC-1FAE-4AFE-B910-CF4469FEB761}" srcOrd="0" destOrd="0" presId="urn:microsoft.com/office/officeart/2018/5/layout/IconCircleLabelList"/>
    <dgm:cxn modelId="{46B04938-A985-4663-B3BD-906D359C03C1}" srcId="{9C3E7789-BFE5-4046-B763-61EE3960A2E7}" destId="{643C6268-2001-4F74-B152-47E65A29DE91}" srcOrd="0" destOrd="0" parTransId="{0F4F1ABD-BDD4-4C8D-BA96-E6D7D256729A}" sibTransId="{BB3DE47C-6817-4288-94F6-D83D3E1C8E8A}"/>
    <dgm:cxn modelId="{2169C246-9A11-464D-82E3-426EA5BF6939}" srcId="{9C3E7789-BFE5-4046-B763-61EE3960A2E7}" destId="{8CACC262-CAFA-4CBD-91B7-CDE189039B89}" srcOrd="2" destOrd="0" parTransId="{CC138EDD-C686-4445-936F-8F87D4FF2D30}" sibTransId="{C11C9B66-AE4A-4E81-9D77-1E6E11EAE8F4}"/>
    <dgm:cxn modelId="{AF7CB776-4B0E-455D-84A0-19FCB2D594E5}" type="presOf" srcId="{643C6268-2001-4F74-B152-47E65A29DE91}" destId="{D89CAD19-B225-4523-8BB5-1D72222B7FA5}" srcOrd="0" destOrd="0" presId="urn:microsoft.com/office/officeart/2018/5/layout/IconCircleLabelList"/>
    <dgm:cxn modelId="{28BF0E79-6B96-4551-A21B-4068D3586B2B}" srcId="{9C3E7789-BFE5-4046-B763-61EE3960A2E7}" destId="{B37D3F1E-C147-4327-86CE-157E5EAB292D}" srcOrd="1" destOrd="0" parTransId="{96789B76-E351-45E7-BCE9-73BEE330B32F}" sibTransId="{9838EE30-389A-4354-B796-D2A78900E77B}"/>
    <dgm:cxn modelId="{411763C9-DBC9-4CF7-BB6E-576323470546}" type="presOf" srcId="{62D72E59-B61E-44C7-81AC-395C6F2F6214}" destId="{DB2F7293-165D-41A5-8150-16D506CF4590}" srcOrd="0" destOrd="0" presId="urn:microsoft.com/office/officeart/2018/5/layout/IconCircleLabelList"/>
    <dgm:cxn modelId="{1ABD2CE0-1D2D-4183-AF91-F35F4CB6E5DC}" type="presOf" srcId="{8CACC262-CAFA-4CBD-91B7-CDE189039B89}" destId="{639EFA3A-9312-440F-BC1B-1FEC0770D3D5}" srcOrd="0" destOrd="0" presId="urn:microsoft.com/office/officeart/2018/5/layout/IconCircleLabelList"/>
    <dgm:cxn modelId="{BDBA26A1-D659-4A0E-B6F2-3EED794985E8}" type="presParOf" srcId="{94BDA543-13F3-4630-A3FD-07BFE3DFB4E8}" destId="{A358855C-F73C-493E-83F8-89299BE12E73}" srcOrd="0" destOrd="0" presId="urn:microsoft.com/office/officeart/2018/5/layout/IconCircleLabelList"/>
    <dgm:cxn modelId="{D93DC83E-9CCE-4A58-86C1-976EF387D5AD}" type="presParOf" srcId="{A358855C-F73C-493E-83F8-89299BE12E73}" destId="{9DA23AE6-9B9C-4EE1-90C1-D29BE232B119}" srcOrd="0" destOrd="0" presId="urn:microsoft.com/office/officeart/2018/5/layout/IconCircleLabelList"/>
    <dgm:cxn modelId="{D4CCFC88-CA10-4BE2-86E7-5C0BBB0BEAD5}" type="presParOf" srcId="{A358855C-F73C-493E-83F8-89299BE12E73}" destId="{667EFF20-70FB-4EAA-9A20-63ED8A9CD95F}" srcOrd="1" destOrd="0" presId="urn:microsoft.com/office/officeart/2018/5/layout/IconCircleLabelList"/>
    <dgm:cxn modelId="{2E7919CE-E4CC-4969-B3C5-7F764DD3D3F1}" type="presParOf" srcId="{A358855C-F73C-493E-83F8-89299BE12E73}" destId="{0473B8B6-81D1-48DB-BA28-4AD478636DCF}" srcOrd="2" destOrd="0" presId="urn:microsoft.com/office/officeart/2018/5/layout/IconCircleLabelList"/>
    <dgm:cxn modelId="{EF12ABF2-F82E-439B-A5FA-5DD0CEB185E8}" type="presParOf" srcId="{A358855C-F73C-493E-83F8-89299BE12E73}" destId="{D89CAD19-B225-4523-8BB5-1D72222B7FA5}" srcOrd="3" destOrd="0" presId="urn:microsoft.com/office/officeart/2018/5/layout/IconCircleLabelList"/>
    <dgm:cxn modelId="{4BAED265-5BF3-438D-B8CF-7425A99E3382}" type="presParOf" srcId="{94BDA543-13F3-4630-A3FD-07BFE3DFB4E8}" destId="{BB887479-F876-403D-8315-2871F63DC2B9}" srcOrd="1" destOrd="0" presId="urn:microsoft.com/office/officeart/2018/5/layout/IconCircleLabelList"/>
    <dgm:cxn modelId="{D258F8AE-8C2D-4341-B8D2-4A84E4594D72}" type="presParOf" srcId="{94BDA543-13F3-4630-A3FD-07BFE3DFB4E8}" destId="{473826F4-3384-4C73-A47F-7B5CD69F0301}" srcOrd="2" destOrd="0" presId="urn:microsoft.com/office/officeart/2018/5/layout/IconCircleLabelList"/>
    <dgm:cxn modelId="{7C9B20A3-31C5-47F6-BBD0-F5E84424D115}" type="presParOf" srcId="{473826F4-3384-4C73-A47F-7B5CD69F0301}" destId="{21D8F1D9-047B-49E4-9750-D0234AA6707E}" srcOrd="0" destOrd="0" presId="urn:microsoft.com/office/officeart/2018/5/layout/IconCircleLabelList"/>
    <dgm:cxn modelId="{06E47313-0949-44B5-AC37-1C7C7A5584BB}" type="presParOf" srcId="{473826F4-3384-4C73-A47F-7B5CD69F0301}" destId="{E883AB8A-7B92-4E90-8BF7-726C2953151F}" srcOrd="1" destOrd="0" presId="urn:microsoft.com/office/officeart/2018/5/layout/IconCircleLabelList"/>
    <dgm:cxn modelId="{550C2ABA-9F43-4E5A-B699-76DA16D145E9}" type="presParOf" srcId="{473826F4-3384-4C73-A47F-7B5CD69F0301}" destId="{60091CCC-E621-4667-8A5B-0AC3A4914A1F}" srcOrd="2" destOrd="0" presId="urn:microsoft.com/office/officeart/2018/5/layout/IconCircleLabelList"/>
    <dgm:cxn modelId="{4DE146EB-504D-4B96-AFA6-22A4023AF5F3}" type="presParOf" srcId="{473826F4-3384-4C73-A47F-7B5CD69F0301}" destId="{244CD9DC-1FAE-4AFE-B910-CF4469FEB761}" srcOrd="3" destOrd="0" presId="urn:microsoft.com/office/officeart/2018/5/layout/IconCircleLabelList"/>
    <dgm:cxn modelId="{09C8F741-786D-4D68-AAA1-346A606D5D09}" type="presParOf" srcId="{94BDA543-13F3-4630-A3FD-07BFE3DFB4E8}" destId="{E44CC944-D698-43AB-B20A-3F799FF935C4}" srcOrd="3" destOrd="0" presId="urn:microsoft.com/office/officeart/2018/5/layout/IconCircleLabelList"/>
    <dgm:cxn modelId="{4C9C987D-13FA-48B6-B045-A3466434B7A7}" type="presParOf" srcId="{94BDA543-13F3-4630-A3FD-07BFE3DFB4E8}" destId="{B798ECF1-4CFB-46FA-91E4-3F05B4C1E3FA}" srcOrd="4" destOrd="0" presId="urn:microsoft.com/office/officeart/2018/5/layout/IconCircleLabelList"/>
    <dgm:cxn modelId="{FDAB688F-7272-4D35-9441-415FA92B15F3}" type="presParOf" srcId="{B798ECF1-4CFB-46FA-91E4-3F05B4C1E3FA}" destId="{803E12D6-33C0-4297-9791-238DA8955D85}" srcOrd="0" destOrd="0" presId="urn:microsoft.com/office/officeart/2018/5/layout/IconCircleLabelList"/>
    <dgm:cxn modelId="{F1A901FE-64E8-4474-B921-2DE980107C78}" type="presParOf" srcId="{B798ECF1-4CFB-46FA-91E4-3F05B4C1E3FA}" destId="{5BD767BA-1CE1-4B5A-97A2-722B06849264}" srcOrd="1" destOrd="0" presId="urn:microsoft.com/office/officeart/2018/5/layout/IconCircleLabelList"/>
    <dgm:cxn modelId="{DAD1E52E-8406-4088-A438-AA42CAABB54A}" type="presParOf" srcId="{B798ECF1-4CFB-46FA-91E4-3F05B4C1E3FA}" destId="{9089022C-8C22-4D86-8CFD-9FB692D168B8}" srcOrd="2" destOrd="0" presId="urn:microsoft.com/office/officeart/2018/5/layout/IconCircleLabelList"/>
    <dgm:cxn modelId="{3FED25D8-8220-442D-BEDE-A8A7E5811752}" type="presParOf" srcId="{B798ECF1-4CFB-46FA-91E4-3F05B4C1E3FA}" destId="{639EFA3A-9312-440F-BC1B-1FEC0770D3D5}" srcOrd="3" destOrd="0" presId="urn:microsoft.com/office/officeart/2018/5/layout/IconCircleLabelList"/>
    <dgm:cxn modelId="{02792647-8671-47AF-ADEA-680A421538CB}" type="presParOf" srcId="{94BDA543-13F3-4630-A3FD-07BFE3DFB4E8}" destId="{B45E9688-6AC7-474B-B52E-B5B7C574AEA1}" srcOrd="5" destOrd="0" presId="urn:microsoft.com/office/officeart/2018/5/layout/IconCircleLabelList"/>
    <dgm:cxn modelId="{89BD8F4B-1CC3-4C1F-8D19-399D1DEE5B16}" type="presParOf" srcId="{94BDA543-13F3-4630-A3FD-07BFE3DFB4E8}" destId="{DC997EE0-BF07-4B88-9BB1-683A16C92C82}" srcOrd="6" destOrd="0" presId="urn:microsoft.com/office/officeart/2018/5/layout/IconCircleLabelList"/>
    <dgm:cxn modelId="{4DC7F571-4425-42AE-AAA8-DF6140A23CD3}" type="presParOf" srcId="{DC997EE0-BF07-4B88-9BB1-683A16C92C82}" destId="{71B34C1B-61B1-40FA-8DBF-860431D5B86A}" srcOrd="0" destOrd="0" presId="urn:microsoft.com/office/officeart/2018/5/layout/IconCircleLabelList"/>
    <dgm:cxn modelId="{DA0E591F-4419-40A2-A2B9-3390A66E049C}" type="presParOf" srcId="{DC997EE0-BF07-4B88-9BB1-683A16C92C82}" destId="{A8DEF905-5E43-4D9C-8B9D-7197B127EE64}" srcOrd="1" destOrd="0" presId="urn:microsoft.com/office/officeart/2018/5/layout/IconCircleLabelList"/>
    <dgm:cxn modelId="{3D69BA6C-251B-47B6-8914-A1B3B5D74CC3}" type="presParOf" srcId="{DC997EE0-BF07-4B88-9BB1-683A16C92C82}" destId="{EEEFFF71-07F0-4937-9E9A-7569A20B55E2}" srcOrd="2" destOrd="0" presId="urn:microsoft.com/office/officeart/2018/5/layout/IconCircleLabelList"/>
    <dgm:cxn modelId="{91D121E6-15F1-4C06-89D9-515779C44652}" type="presParOf" srcId="{DC997EE0-BF07-4B88-9BB1-683A16C92C82}" destId="{DB2F7293-165D-41A5-8150-16D506CF45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4AE913A-8CC9-4DB9-A771-3BB44DE7C52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2926A02F-4E56-4822-9E2A-A9E2732CEBFF}">
      <dgm:prSet/>
      <dgm:spPr/>
      <dgm:t>
        <a:bodyPr/>
        <a:lstStyle/>
        <a:p>
          <a:r>
            <a:rPr lang="en-US" dirty="0"/>
            <a:t>Add more non-food categories and finer regionalization (state/catchment).</a:t>
          </a:r>
        </a:p>
      </dgm:t>
    </dgm:pt>
    <dgm:pt modelId="{45AE617B-54C6-4A28-AFF3-5042282E551B}" type="parTrans" cxnId="{661C3A15-41A8-43F7-BC2C-B9F3AB632071}">
      <dgm:prSet/>
      <dgm:spPr/>
      <dgm:t>
        <a:bodyPr/>
        <a:lstStyle/>
        <a:p>
          <a:endParaRPr lang="en-US"/>
        </a:p>
      </dgm:t>
    </dgm:pt>
    <dgm:pt modelId="{9DAD4000-FC97-42B7-AF60-409B6D29F64E}" type="sibTrans" cxnId="{661C3A15-41A8-43F7-BC2C-B9F3AB632071}">
      <dgm:prSet/>
      <dgm:spPr/>
      <dgm:t>
        <a:bodyPr/>
        <a:lstStyle/>
        <a:p>
          <a:endParaRPr lang="en-US"/>
        </a:p>
      </dgm:t>
    </dgm:pt>
    <dgm:pt modelId="{3099800E-6202-4E8E-A46E-93E41BCCC7BB}">
      <dgm:prSet/>
      <dgm:spPr/>
      <dgm:t>
        <a:bodyPr/>
        <a:lstStyle/>
        <a:p>
          <a:r>
            <a:rPr lang="en-US"/>
            <a:t>Crowdsourced validations with moderation and data quality checks.</a:t>
          </a:r>
        </a:p>
      </dgm:t>
    </dgm:pt>
    <dgm:pt modelId="{CAD8A602-3B3B-489D-B70F-6358D195D407}" type="parTrans" cxnId="{6C90690A-5F12-415F-9133-2FEE9C6D2CC3}">
      <dgm:prSet/>
      <dgm:spPr/>
      <dgm:t>
        <a:bodyPr/>
        <a:lstStyle/>
        <a:p>
          <a:endParaRPr lang="en-US"/>
        </a:p>
      </dgm:t>
    </dgm:pt>
    <dgm:pt modelId="{BC05F100-3D22-4D4C-B0D7-228AB7AE4B91}" type="sibTrans" cxnId="{6C90690A-5F12-415F-9133-2FEE9C6D2CC3}">
      <dgm:prSet/>
      <dgm:spPr/>
      <dgm:t>
        <a:bodyPr/>
        <a:lstStyle/>
        <a:p>
          <a:endParaRPr lang="en-US"/>
        </a:p>
      </dgm:t>
    </dgm:pt>
    <dgm:pt modelId="{AF225671-DA8F-4995-9B00-FDBC1C314862}">
      <dgm:prSet custT="1"/>
      <dgm:spPr/>
      <dgm:t>
        <a:bodyPr/>
        <a:lstStyle/>
        <a:p>
          <a:r>
            <a:rPr lang="en-US" sz="2600" kern="1200">
              <a:latin typeface="Calibri"/>
              <a:ea typeface="+mn-ea"/>
              <a:cs typeface="+mn-cs"/>
            </a:rPr>
            <a:t>Open APIs for research/education; classroom packs and exportable charts.</a:t>
          </a:r>
          <a:endParaRPr lang="en-US" sz="2600" kern="1200" dirty="0">
            <a:latin typeface="Calibri"/>
            <a:ea typeface="+mn-ea"/>
            <a:cs typeface="+mn-cs"/>
          </a:endParaRPr>
        </a:p>
      </dgm:t>
    </dgm:pt>
    <dgm:pt modelId="{22E67782-8A7D-47C7-A536-385D59A028A6}" type="parTrans" cxnId="{B63A5D90-0B3C-4076-845A-E8574A4360DE}">
      <dgm:prSet/>
      <dgm:spPr/>
      <dgm:t>
        <a:bodyPr/>
        <a:lstStyle/>
        <a:p>
          <a:endParaRPr lang="en-US"/>
        </a:p>
      </dgm:t>
    </dgm:pt>
    <dgm:pt modelId="{6385FD15-9553-4D83-AF1F-DC3C2C638FCD}" type="sibTrans" cxnId="{B63A5D90-0B3C-4076-845A-E8574A4360DE}">
      <dgm:prSet/>
      <dgm:spPr/>
      <dgm:t>
        <a:bodyPr/>
        <a:lstStyle/>
        <a:p>
          <a:endParaRPr lang="en-US"/>
        </a:p>
      </dgm:t>
    </dgm:pt>
    <dgm:pt modelId="{14170120-C199-45D0-B515-0B876A85AFDE}" type="pres">
      <dgm:prSet presAssocID="{84AE913A-8CC9-4DB9-A771-3BB44DE7C52C}" presName="linear" presStyleCnt="0">
        <dgm:presLayoutVars>
          <dgm:animLvl val="lvl"/>
          <dgm:resizeHandles val="exact"/>
        </dgm:presLayoutVars>
      </dgm:prSet>
      <dgm:spPr/>
    </dgm:pt>
    <dgm:pt modelId="{0D6F3FCF-5A76-4527-BCC7-2388F068088A}" type="pres">
      <dgm:prSet presAssocID="{2926A02F-4E56-4822-9E2A-A9E2732CEB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AD64C9-E86B-4C72-B65D-F0BF141D380B}" type="pres">
      <dgm:prSet presAssocID="{9DAD4000-FC97-42B7-AF60-409B6D29F64E}" presName="spacer" presStyleCnt="0"/>
      <dgm:spPr/>
    </dgm:pt>
    <dgm:pt modelId="{89FF14C6-57F0-432A-9C36-0B1429289BCD}" type="pres">
      <dgm:prSet presAssocID="{3099800E-6202-4E8E-A46E-93E41BCCC7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D59EFC-D7D2-42A4-AC80-FA0FD9A34F30}" type="pres">
      <dgm:prSet presAssocID="{BC05F100-3D22-4D4C-B0D7-228AB7AE4B91}" presName="spacer" presStyleCnt="0"/>
      <dgm:spPr/>
    </dgm:pt>
    <dgm:pt modelId="{9C015308-975E-433E-8CE9-065510ED3B55}" type="pres">
      <dgm:prSet presAssocID="{AF225671-DA8F-4995-9B00-FDBC1C31486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90690A-5F12-415F-9133-2FEE9C6D2CC3}" srcId="{84AE913A-8CC9-4DB9-A771-3BB44DE7C52C}" destId="{3099800E-6202-4E8E-A46E-93E41BCCC7BB}" srcOrd="1" destOrd="0" parTransId="{CAD8A602-3B3B-489D-B70F-6358D195D407}" sibTransId="{BC05F100-3D22-4D4C-B0D7-228AB7AE4B91}"/>
    <dgm:cxn modelId="{661C3A15-41A8-43F7-BC2C-B9F3AB632071}" srcId="{84AE913A-8CC9-4DB9-A771-3BB44DE7C52C}" destId="{2926A02F-4E56-4822-9E2A-A9E2732CEBFF}" srcOrd="0" destOrd="0" parTransId="{45AE617B-54C6-4A28-AFF3-5042282E551B}" sibTransId="{9DAD4000-FC97-42B7-AF60-409B6D29F64E}"/>
    <dgm:cxn modelId="{058A0646-BDB2-4CE7-B4BC-C6384B7D4E28}" type="presOf" srcId="{3099800E-6202-4E8E-A46E-93E41BCCC7BB}" destId="{89FF14C6-57F0-432A-9C36-0B1429289BCD}" srcOrd="0" destOrd="0" presId="urn:microsoft.com/office/officeart/2005/8/layout/vList2"/>
    <dgm:cxn modelId="{B63A5D90-0B3C-4076-845A-E8574A4360DE}" srcId="{84AE913A-8CC9-4DB9-A771-3BB44DE7C52C}" destId="{AF225671-DA8F-4995-9B00-FDBC1C314862}" srcOrd="2" destOrd="0" parTransId="{22E67782-8A7D-47C7-A536-385D59A028A6}" sibTransId="{6385FD15-9553-4D83-AF1F-DC3C2C638FCD}"/>
    <dgm:cxn modelId="{61BE25A0-5721-4438-B906-675F5F206038}" type="presOf" srcId="{2926A02F-4E56-4822-9E2A-A9E2732CEBFF}" destId="{0D6F3FCF-5A76-4527-BCC7-2388F068088A}" srcOrd="0" destOrd="0" presId="urn:microsoft.com/office/officeart/2005/8/layout/vList2"/>
    <dgm:cxn modelId="{54B5B3B8-9400-434E-BA04-A177DCAA2D0F}" type="presOf" srcId="{AF225671-DA8F-4995-9B00-FDBC1C314862}" destId="{9C015308-975E-433E-8CE9-065510ED3B55}" srcOrd="0" destOrd="0" presId="urn:microsoft.com/office/officeart/2005/8/layout/vList2"/>
    <dgm:cxn modelId="{F2C5C0B9-D7F2-4232-B6BD-6E9ACB6B251D}" type="presOf" srcId="{84AE913A-8CC9-4DB9-A771-3BB44DE7C52C}" destId="{14170120-C199-45D0-B515-0B876A85AFDE}" srcOrd="0" destOrd="0" presId="urn:microsoft.com/office/officeart/2005/8/layout/vList2"/>
    <dgm:cxn modelId="{56DD182E-4C7A-425C-ACD2-53F4A33F795F}" type="presParOf" srcId="{14170120-C199-45D0-B515-0B876A85AFDE}" destId="{0D6F3FCF-5A76-4527-BCC7-2388F068088A}" srcOrd="0" destOrd="0" presId="urn:microsoft.com/office/officeart/2005/8/layout/vList2"/>
    <dgm:cxn modelId="{B1CF525F-2E1E-47A6-871F-8D59D10340C1}" type="presParOf" srcId="{14170120-C199-45D0-B515-0B876A85AFDE}" destId="{9BAD64C9-E86B-4C72-B65D-F0BF141D380B}" srcOrd="1" destOrd="0" presId="urn:microsoft.com/office/officeart/2005/8/layout/vList2"/>
    <dgm:cxn modelId="{C83B938B-ACF7-4303-BDC0-41C33A04481E}" type="presParOf" srcId="{14170120-C199-45D0-B515-0B876A85AFDE}" destId="{89FF14C6-57F0-432A-9C36-0B1429289BCD}" srcOrd="2" destOrd="0" presId="urn:microsoft.com/office/officeart/2005/8/layout/vList2"/>
    <dgm:cxn modelId="{193462C6-F89E-496A-89B6-DD3C0AF03A9E}" type="presParOf" srcId="{14170120-C199-45D0-B515-0B876A85AFDE}" destId="{B4D59EFC-D7D2-42A4-AC80-FA0FD9A34F30}" srcOrd="3" destOrd="0" presId="urn:microsoft.com/office/officeart/2005/8/layout/vList2"/>
    <dgm:cxn modelId="{2014F1AB-E13F-4895-BB74-F874A9904A40}" type="presParOf" srcId="{14170120-C199-45D0-B515-0B876A85AFDE}" destId="{9C015308-975E-433E-8CE9-065510ED3B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7432D7C-A2D6-4BCD-AD2C-1CD25F4F0233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3255EF92-A0A4-4417-BA88-1B1069811393}">
      <dgm:prSet/>
      <dgm:spPr/>
      <dgm:t>
        <a:bodyPr/>
        <a:lstStyle/>
        <a:p>
          <a:r>
            <a:rPr lang="en-US" dirty="0"/>
            <a:t>A credible, transparent, and fast React-based platform for water-footprint awareness.</a:t>
          </a:r>
        </a:p>
      </dgm:t>
    </dgm:pt>
    <dgm:pt modelId="{D6B209B8-BBED-4F6A-904D-0F2A8BF2517A}" type="parTrans" cxnId="{7E31C7A9-8F96-4EAC-B44B-27E765DB7890}">
      <dgm:prSet/>
      <dgm:spPr/>
      <dgm:t>
        <a:bodyPr/>
        <a:lstStyle/>
        <a:p>
          <a:endParaRPr lang="en-US"/>
        </a:p>
      </dgm:t>
    </dgm:pt>
    <dgm:pt modelId="{0616DF5B-CE71-42C1-8EC7-8A7698741A5F}" type="sibTrans" cxnId="{7E31C7A9-8F96-4EAC-B44B-27E765DB7890}">
      <dgm:prSet/>
      <dgm:spPr/>
      <dgm:t>
        <a:bodyPr/>
        <a:lstStyle/>
        <a:p>
          <a:endParaRPr lang="en-US"/>
        </a:p>
      </dgm:t>
    </dgm:pt>
    <dgm:pt modelId="{DC2D8CAC-E243-43E8-AB50-DD758A30C868}">
      <dgm:prSet/>
      <dgm:spPr/>
      <dgm:t>
        <a:bodyPr/>
        <a:lstStyle/>
        <a:p>
          <a:r>
            <a:rPr lang="en-US"/>
            <a:t>ISO-aligned results plus optional scarcity context using regional characterization factors.</a:t>
          </a:r>
        </a:p>
      </dgm:t>
    </dgm:pt>
    <dgm:pt modelId="{7ADD98AB-F4FD-4716-87D5-F29FAC39C88B}" type="parTrans" cxnId="{70ED62E0-AB21-4DCF-82F9-C8F9A39CBEBD}">
      <dgm:prSet/>
      <dgm:spPr/>
      <dgm:t>
        <a:bodyPr/>
        <a:lstStyle/>
        <a:p>
          <a:endParaRPr lang="en-US"/>
        </a:p>
      </dgm:t>
    </dgm:pt>
    <dgm:pt modelId="{B5840BD0-1359-4DA5-BD08-4BD79DBC6BA5}" type="sibTrans" cxnId="{70ED62E0-AB21-4DCF-82F9-C8F9A39CBEBD}">
      <dgm:prSet/>
      <dgm:spPr/>
      <dgm:t>
        <a:bodyPr/>
        <a:lstStyle/>
        <a:p>
          <a:endParaRPr lang="en-US"/>
        </a:p>
      </dgm:t>
    </dgm:pt>
    <dgm:pt modelId="{CD99B0B1-B26E-40E0-B332-2CC791F382C4}">
      <dgm:prSet/>
      <dgm:spPr/>
      <dgm:t>
        <a:bodyPr/>
        <a:lstStyle/>
        <a:p>
          <a:r>
            <a:rPr lang="en-US"/>
            <a:t>Actionable insights and alternatives to guide everyday choices.</a:t>
          </a:r>
        </a:p>
      </dgm:t>
    </dgm:pt>
    <dgm:pt modelId="{7A16BFBC-1208-4C6B-A9E0-D422CD7CDDC9}" type="parTrans" cxnId="{619C42CC-673C-488F-9AE7-0F80A3F4CE2B}">
      <dgm:prSet/>
      <dgm:spPr/>
      <dgm:t>
        <a:bodyPr/>
        <a:lstStyle/>
        <a:p>
          <a:endParaRPr lang="en-US"/>
        </a:p>
      </dgm:t>
    </dgm:pt>
    <dgm:pt modelId="{21129EF5-39D0-4B21-9542-FA63001234B9}" type="sibTrans" cxnId="{619C42CC-673C-488F-9AE7-0F80A3F4CE2B}">
      <dgm:prSet/>
      <dgm:spPr/>
      <dgm:t>
        <a:bodyPr/>
        <a:lstStyle/>
        <a:p>
          <a:endParaRPr lang="en-US"/>
        </a:p>
      </dgm:t>
    </dgm:pt>
    <dgm:pt modelId="{6D5FCDEC-B515-4ECF-A1F9-8F14ED9F3E9C}" type="pres">
      <dgm:prSet presAssocID="{37432D7C-A2D6-4BCD-AD2C-1CD25F4F0233}" presName="linear" presStyleCnt="0">
        <dgm:presLayoutVars>
          <dgm:animLvl val="lvl"/>
          <dgm:resizeHandles val="exact"/>
        </dgm:presLayoutVars>
      </dgm:prSet>
      <dgm:spPr/>
    </dgm:pt>
    <dgm:pt modelId="{DC234961-6EE9-4AD4-BC50-650576DD5F95}" type="pres">
      <dgm:prSet presAssocID="{3255EF92-A0A4-4417-BA88-1B10698113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77CE4B-2F59-4574-A803-58D677A0F2B4}" type="pres">
      <dgm:prSet presAssocID="{0616DF5B-CE71-42C1-8EC7-8A7698741A5F}" presName="spacer" presStyleCnt="0"/>
      <dgm:spPr/>
    </dgm:pt>
    <dgm:pt modelId="{97C97249-C95A-4517-BA69-C0A8974018AA}" type="pres">
      <dgm:prSet presAssocID="{DC2D8CAC-E243-43E8-AB50-DD758A30C8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FF9B8E-C54F-4BD7-8C5B-51D8503B668C}" type="pres">
      <dgm:prSet presAssocID="{B5840BD0-1359-4DA5-BD08-4BD79DBC6BA5}" presName="spacer" presStyleCnt="0"/>
      <dgm:spPr/>
    </dgm:pt>
    <dgm:pt modelId="{A7DEF45F-2F74-4358-862F-B4DE424F4B0B}" type="pres">
      <dgm:prSet presAssocID="{CD99B0B1-B26E-40E0-B332-2CC791F382C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BBC5560-5113-4992-85F2-F67366410630}" type="presOf" srcId="{CD99B0B1-B26E-40E0-B332-2CC791F382C4}" destId="{A7DEF45F-2F74-4358-862F-B4DE424F4B0B}" srcOrd="0" destOrd="0" presId="urn:microsoft.com/office/officeart/2005/8/layout/vList2"/>
    <dgm:cxn modelId="{7DBD1258-1478-47FC-B5B0-482EBB7448CD}" type="presOf" srcId="{3255EF92-A0A4-4417-BA88-1B1069811393}" destId="{DC234961-6EE9-4AD4-BC50-650576DD5F95}" srcOrd="0" destOrd="0" presId="urn:microsoft.com/office/officeart/2005/8/layout/vList2"/>
    <dgm:cxn modelId="{7E31C7A9-8F96-4EAC-B44B-27E765DB7890}" srcId="{37432D7C-A2D6-4BCD-AD2C-1CD25F4F0233}" destId="{3255EF92-A0A4-4417-BA88-1B1069811393}" srcOrd="0" destOrd="0" parTransId="{D6B209B8-BBED-4F6A-904D-0F2A8BF2517A}" sibTransId="{0616DF5B-CE71-42C1-8EC7-8A7698741A5F}"/>
    <dgm:cxn modelId="{619C42CC-673C-488F-9AE7-0F80A3F4CE2B}" srcId="{37432D7C-A2D6-4BCD-AD2C-1CD25F4F0233}" destId="{CD99B0B1-B26E-40E0-B332-2CC791F382C4}" srcOrd="2" destOrd="0" parTransId="{7A16BFBC-1208-4C6B-A9E0-D422CD7CDDC9}" sibTransId="{21129EF5-39D0-4B21-9542-FA63001234B9}"/>
    <dgm:cxn modelId="{F9273EDA-BF9B-4AB2-8A9A-988EDC262DD9}" type="presOf" srcId="{37432D7C-A2D6-4BCD-AD2C-1CD25F4F0233}" destId="{6D5FCDEC-B515-4ECF-A1F9-8F14ED9F3E9C}" srcOrd="0" destOrd="0" presId="urn:microsoft.com/office/officeart/2005/8/layout/vList2"/>
    <dgm:cxn modelId="{70ED62E0-AB21-4DCF-82F9-C8F9A39CBEBD}" srcId="{37432D7C-A2D6-4BCD-AD2C-1CD25F4F0233}" destId="{DC2D8CAC-E243-43E8-AB50-DD758A30C868}" srcOrd="1" destOrd="0" parTransId="{7ADD98AB-F4FD-4716-87D5-F29FAC39C88B}" sibTransId="{B5840BD0-1359-4DA5-BD08-4BD79DBC6BA5}"/>
    <dgm:cxn modelId="{C29980EE-F48C-41AD-9A07-74C3B932A404}" type="presOf" srcId="{DC2D8CAC-E243-43E8-AB50-DD758A30C868}" destId="{97C97249-C95A-4517-BA69-C0A8974018AA}" srcOrd="0" destOrd="0" presId="urn:microsoft.com/office/officeart/2005/8/layout/vList2"/>
    <dgm:cxn modelId="{047BB377-D865-423A-8F7B-62637B77D744}" type="presParOf" srcId="{6D5FCDEC-B515-4ECF-A1F9-8F14ED9F3E9C}" destId="{DC234961-6EE9-4AD4-BC50-650576DD5F95}" srcOrd="0" destOrd="0" presId="urn:microsoft.com/office/officeart/2005/8/layout/vList2"/>
    <dgm:cxn modelId="{2B985A03-FB16-4393-8897-53B294F917FD}" type="presParOf" srcId="{6D5FCDEC-B515-4ECF-A1F9-8F14ED9F3E9C}" destId="{CF77CE4B-2F59-4574-A803-58D677A0F2B4}" srcOrd="1" destOrd="0" presId="urn:microsoft.com/office/officeart/2005/8/layout/vList2"/>
    <dgm:cxn modelId="{EAD32187-3895-47DA-96A7-8557A20E00EF}" type="presParOf" srcId="{6D5FCDEC-B515-4ECF-A1F9-8F14ED9F3E9C}" destId="{97C97249-C95A-4517-BA69-C0A8974018AA}" srcOrd="2" destOrd="0" presId="urn:microsoft.com/office/officeart/2005/8/layout/vList2"/>
    <dgm:cxn modelId="{A4EC9AEB-C46E-4057-AE67-9C182DEC30C5}" type="presParOf" srcId="{6D5FCDEC-B515-4ECF-A1F9-8F14ED9F3E9C}" destId="{D0FF9B8E-C54F-4BD7-8C5B-51D8503B668C}" srcOrd="3" destOrd="0" presId="urn:microsoft.com/office/officeart/2005/8/layout/vList2"/>
    <dgm:cxn modelId="{A8A0A70D-6E37-4E56-8FC1-C5A7652E2196}" type="presParOf" srcId="{6D5FCDEC-B515-4ECF-A1F9-8F14ED9F3E9C}" destId="{A7DEF45F-2F74-4358-862F-B4DE424F4B0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B64C268-503D-4AEB-B465-EFF8CE36FB89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3F024FA5-4D93-437C-A8DC-C1BB797FD7AC}">
      <dgm:prSet/>
      <dgm:spPr/>
      <dgm:t>
        <a:bodyPr/>
        <a:lstStyle/>
        <a:p>
          <a:r>
            <a:rPr lang="de-DE"/>
            <a:t>Hoekstra, A.Y., Mekonnen, M.M. (2012). </a:t>
          </a:r>
          <a:r>
            <a:rPr lang="en-US"/>
            <a:t>The water footprint of humanity. PNAS.</a:t>
          </a:r>
        </a:p>
      </dgm:t>
    </dgm:pt>
    <dgm:pt modelId="{95F081BE-1709-4DBA-80B9-8A77E818BBE5}" type="parTrans" cxnId="{617D1722-88D7-4B07-8CF1-20B28B3886CE}">
      <dgm:prSet/>
      <dgm:spPr/>
      <dgm:t>
        <a:bodyPr/>
        <a:lstStyle/>
        <a:p>
          <a:endParaRPr lang="en-US"/>
        </a:p>
      </dgm:t>
    </dgm:pt>
    <dgm:pt modelId="{735B5D47-D2FB-4A30-A709-0189BA191DB2}" type="sibTrans" cxnId="{617D1722-88D7-4B07-8CF1-20B28B3886CE}">
      <dgm:prSet/>
      <dgm:spPr/>
      <dgm:t>
        <a:bodyPr/>
        <a:lstStyle/>
        <a:p>
          <a:endParaRPr lang="en-US"/>
        </a:p>
      </dgm:t>
    </dgm:pt>
    <dgm:pt modelId="{36F8B87E-F919-4408-9287-30B179B21C60}">
      <dgm:prSet/>
      <dgm:spPr/>
      <dgm:t>
        <a:bodyPr/>
        <a:lstStyle/>
        <a:p>
          <a:r>
            <a:rPr lang="de-DE"/>
            <a:t>Mekonnen, M.M., Hoekstra, A.Y. (2011). Green, blue and grey water footprint of crops and derived crop products. Hydrology &amp; Earth System Sciences.</a:t>
          </a:r>
          <a:endParaRPr lang="en-US"/>
        </a:p>
      </dgm:t>
    </dgm:pt>
    <dgm:pt modelId="{3042F628-41CC-4FBF-A229-46BC11073207}" type="parTrans" cxnId="{FCCB7C78-1775-4D28-BDD5-44548049829E}">
      <dgm:prSet/>
      <dgm:spPr/>
      <dgm:t>
        <a:bodyPr/>
        <a:lstStyle/>
        <a:p>
          <a:endParaRPr lang="en-US"/>
        </a:p>
      </dgm:t>
    </dgm:pt>
    <dgm:pt modelId="{29F13DEF-A2E7-423F-B557-89C3A67655FB}" type="sibTrans" cxnId="{FCCB7C78-1775-4D28-BDD5-44548049829E}">
      <dgm:prSet/>
      <dgm:spPr/>
      <dgm:t>
        <a:bodyPr/>
        <a:lstStyle/>
        <a:p>
          <a:endParaRPr lang="en-US"/>
        </a:p>
      </dgm:t>
    </dgm:pt>
    <dgm:pt modelId="{C16EAC79-0DE2-4A7B-8ACC-7B717C799522}">
      <dgm:prSet/>
      <dgm:spPr/>
      <dgm:t>
        <a:bodyPr/>
        <a:lstStyle/>
        <a:p>
          <a:r>
            <a:rPr lang="de-DE"/>
            <a:t>ISO 14046 (2014). Environmental management — Water footprint — Principles, requirements and guidelines.</a:t>
          </a:r>
          <a:endParaRPr lang="en-US"/>
        </a:p>
      </dgm:t>
    </dgm:pt>
    <dgm:pt modelId="{1505D9C4-5442-4BB2-9BE1-02645CC05A84}" type="parTrans" cxnId="{0EA67102-B3AA-4B29-B3F5-5B592F6D1881}">
      <dgm:prSet/>
      <dgm:spPr/>
      <dgm:t>
        <a:bodyPr/>
        <a:lstStyle/>
        <a:p>
          <a:endParaRPr lang="en-US"/>
        </a:p>
      </dgm:t>
    </dgm:pt>
    <dgm:pt modelId="{27D9D4D8-6409-4FE9-8F76-84627BEA3467}" type="sibTrans" cxnId="{0EA67102-B3AA-4B29-B3F5-5B592F6D1881}">
      <dgm:prSet/>
      <dgm:spPr/>
      <dgm:t>
        <a:bodyPr/>
        <a:lstStyle/>
        <a:p>
          <a:endParaRPr lang="en-US"/>
        </a:p>
      </dgm:t>
    </dgm:pt>
    <dgm:pt modelId="{42C76EA9-C643-46EA-B240-D2ABD19DB22A}">
      <dgm:prSet/>
      <dgm:spPr/>
      <dgm:t>
        <a:bodyPr/>
        <a:lstStyle/>
        <a:p>
          <a:r>
            <a:rPr lang="de-DE"/>
            <a:t>Ridoutt, B.G., Pfister, S. (2010). Revisiting water footprint to reflect water scarcity. Journal of Industrial Ecology.</a:t>
          </a:r>
          <a:endParaRPr lang="en-US"/>
        </a:p>
      </dgm:t>
    </dgm:pt>
    <dgm:pt modelId="{0762BACA-B949-4E0F-BEEB-9A3E7F69C23A}" type="parTrans" cxnId="{B9CA603B-F400-4591-99CD-8C8412BFFD57}">
      <dgm:prSet/>
      <dgm:spPr/>
      <dgm:t>
        <a:bodyPr/>
        <a:lstStyle/>
        <a:p>
          <a:endParaRPr lang="en-US"/>
        </a:p>
      </dgm:t>
    </dgm:pt>
    <dgm:pt modelId="{69465995-6AE2-43CF-8F04-3FB3211663DD}" type="sibTrans" cxnId="{B9CA603B-F400-4591-99CD-8C8412BFFD57}">
      <dgm:prSet/>
      <dgm:spPr/>
      <dgm:t>
        <a:bodyPr/>
        <a:lstStyle/>
        <a:p>
          <a:endParaRPr lang="en-US"/>
        </a:p>
      </dgm:t>
    </dgm:pt>
    <dgm:pt modelId="{D39E2C61-33ED-4A4F-909C-7C13315FC369}">
      <dgm:prSet/>
      <dgm:spPr/>
      <dgm:t>
        <a:bodyPr/>
        <a:lstStyle/>
        <a:p>
          <a:r>
            <a:rPr lang="de-DE"/>
            <a:t>Pfister, S., et al. (2009). Assessing the environmental impacts of freshwater consumption in LCA. PNAS.</a:t>
          </a:r>
          <a:endParaRPr lang="en-US"/>
        </a:p>
      </dgm:t>
    </dgm:pt>
    <dgm:pt modelId="{3C3D91CE-01F3-4878-A9AF-E6945E629454}" type="parTrans" cxnId="{ADED95A9-2764-45AC-BC0F-26F0917B9F2C}">
      <dgm:prSet/>
      <dgm:spPr/>
      <dgm:t>
        <a:bodyPr/>
        <a:lstStyle/>
        <a:p>
          <a:endParaRPr lang="en-US"/>
        </a:p>
      </dgm:t>
    </dgm:pt>
    <dgm:pt modelId="{312554CF-FC5A-4403-8DAC-91AED306531D}" type="sibTrans" cxnId="{ADED95A9-2764-45AC-BC0F-26F0917B9F2C}">
      <dgm:prSet/>
      <dgm:spPr/>
      <dgm:t>
        <a:bodyPr/>
        <a:lstStyle/>
        <a:p>
          <a:endParaRPr lang="en-US"/>
        </a:p>
      </dgm:t>
    </dgm:pt>
    <dgm:pt modelId="{F2361CF2-5299-40BA-9350-378A161BA70D}">
      <dgm:prSet/>
      <dgm:spPr/>
      <dgm:t>
        <a:bodyPr/>
        <a:lstStyle/>
        <a:p>
          <a:r>
            <a:rPr lang="de-DE"/>
            <a:t>Boulay, A.-M., et al. (2018). The WULCA consensus characterization model for water scarcity footprints (AWARE). International Journal of Life Cycle Assessment.</a:t>
          </a:r>
          <a:endParaRPr lang="en-US"/>
        </a:p>
      </dgm:t>
    </dgm:pt>
    <dgm:pt modelId="{F0441EB0-F27D-4ED0-B2B8-F175EE9751AB}" type="parTrans" cxnId="{FBD394C4-4BC2-4B30-921D-CB1D6B7A988F}">
      <dgm:prSet/>
      <dgm:spPr/>
      <dgm:t>
        <a:bodyPr/>
        <a:lstStyle/>
        <a:p>
          <a:endParaRPr lang="en-US"/>
        </a:p>
      </dgm:t>
    </dgm:pt>
    <dgm:pt modelId="{4963357C-859C-4CF5-8A06-9F376100F510}" type="sibTrans" cxnId="{FBD394C4-4BC2-4B30-921D-CB1D6B7A988F}">
      <dgm:prSet/>
      <dgm:spPr/>
      <dgm:t>
        <a:bodyPr/>
        <a:lstStyle/>
        <a:p>
          <a:endParaRPr lang="en-US"/>
        </a:p>
      </dgm:t>
    </dgm:pt>
    <dgm:pt modelId="{D8FADD70-E24A-4B23-9716-EDFABFFC166B}">
      <dgm:prSet/>
      <dgm:spPr/>
      <dgm:t>
        <a:bodyPr/>
        <a:lstStyle/>
        <a:p>
          <a:r>
            <a:rPr lang="de-DE"/>
            <a:t>Kounina, A., et al. (2013). Review of methods addressing freshwater use in LCA. International Journal of Life Cycle Assessment.</a:t>
          </a:r>
          <a:endParaRPr lang="en-US"/>
        </a:p>
      </dgm:t>
    </dgm:pt>
    <dgm:pt modelId="{38C1CE4A-454B-4D56-B6A8-CFFFE6BE7B01}" type="parTrans" cxnId="{3410BA3B-12ED-406A-9A05-2AC67C485B96}">
      <dgm:prSet/>
      <dgm:spPr/>
      <dgm:t>
        <a:bodyPr/>
        <a:lstStyle/>
        <a:p>
          <a:endParaRPr lang="en-US"/>
        </a:p>
      </dgm:t>
    </dgm:pt>
    <dgm:pt modelId="{A79D1EA8-AB46-4695-91CA-F9FF8000CFC4}" type="sibTrans" cxnId="{3410BA3B-12ED-406A-9A05-2AC67C485B96}">
      <dgm:prSet/>
      <dgm:spPr/>
      <dgm:t>
        <a:bodyPr/>
        <a:lstStyle/>
        <a:p>
          <a:endParaRPr lang="en-US"/>
        </a:p>
      </dgm:t>
    </dgm:pt>
    <dgm:pt modelId="{2C03031E-8D2B-4213-BAF6-6D55A05DB601}">
      <dgm:prSet/>
      <dgm:spPr/>
      <dgm:t>
        <a:bodyPr/>
        <a:lstStyle/>
        <a:p>
          <a:r>
            <a:rPr lang="de-DE"/>
            <a:t>Berger, M., et al. (2014). Water footprinting: progress, challenges, and prospects. International Journal of Life Cycle Assessment.</a:t>
          </a:r>
          <a:endParaRPr lang="en-US"/>
        </a:p>
      </dgm:t>
    </dgm:pt>
    <dgm:pt modelId="{31D7E91B-859F-4DA2-9E97-835294E69EC4}" type="parTrans" cxnId="{0BFDF988-42A2-4B5C-B0EC-D90BE7AF9D3E}">
      <dgm:prSet/>
      <dgm:spPr/>
      <dgm:t>
        <a:bodyPr/>
        <a:lstStyle/>
        <a:p>
          <a:endParaRPr lang="en-US"/>
        </a:p>
      </dgm:t>
    </dgm:pt>
    <dgm:pt modelId="{477E8FDF-CFDC-4DB1-A099-E3B40BA4EA4F}" type="sibTrans" cxnId="{0BFDF988-42A2-4B5C-B0EC-D90BE7AF9D3E}">
      <dgm:prSet/>
      <dgm:spPr/>
      <dgm:t>
        <a:bodyPr/>
        <a:lstStyle/>
        <a:p>
          <a:endParaRPr lang="en-US"/>
        </a:p>
      </dgm:t>
    </dgm:pt>
    <dgm:pt modelId="{B9506E5B-26F8-49C0-B3EB-E6EA63BBFF38}">
      <dgm:prSet/>
      <dgm:spPr/>
      <dgm:t>
        <a:bodyPr/>
        <a:lstStyle/>
        <a:p>
          <a:r>
            <a:rPr lang="de-DE"/>
            <a:t>Bayart, J.-B., et al. (2010). A framework for assessing off-stream freshwater use in LCA. International Journal of Life Cycle Assessment.</a:t>
          </a:r>
          <a:endParaRPr lang="en-US"/>
        </a:p>
      </dgm:t>
    </dgm:pt>
    <dgm:pt modelId="{200BC2A1-FD2A-4E76-A14C-E3FD198835DE}" type="parTrans" cxnId="{E01DF3E4-7C34-4344-82DA-D9EC11405F36}">
      <dgm:prSet/>
      <dgm:spPr/>
      <dgm:t>
        <a:bodyPr/>
        <a:lstStyle/>
        <a:p>
          <a:endParaRPr lang="en-US"/>
        </a:p>
      </dgm:t>
    </dgm:pt>
    <dgm:pt modelId="{33A8637B-D2DB-4C8B-8D67-E8A5B3EBFBF1}" type="sibTrans" cxnId="{E01DF3E4-7C34-4344-82DA-D9EC11405F36}">
      <dgm:prSet/>
      <dgm:spPr/>
      <dgm:t>
        <a:bodyPr/>
        <a:lstStyle/>
        <a:p>
          <a:endParaRPr lang="en-US"/>
        </a:p>
      </dgm:t>
    </dgm:pt>
    <dgm:pt modelId="{666A3F48-2A76-4773-BFC0-6C7680882879}">
      <dgm:prSet/>
      <dgm:spPr/>
      <dgm:t>
        <a:bodyPr/>
        <a:lstStyle/>
        <a:p>
          <a:r>
            <a:rPr lang="de-DE"/>
            <a:t>Boulay, A.-M., et al. (2015). Building consensus on the assessment of water use impacts within LCA. Environmental Science &amp; Technology.</a:t>
          </a:r>
          <a:endParaRPr lang="en-US"/>
        </a:p>
      </dgm:t>
    </dgm:pt>
    <dgm:pt modelId="{CB5046DF-691F-4D03-A217-BD1A9BB0E3C0}" type="parTrans" cxnId="{64F7BBF5-784C-4A06-AB44-6157BAF43A84}">
      <dgm:prSet/>
      <dgm:spPr/>
      <dgm:t>
        <a:bodyPr/>
        <a:lstStyle/>
        <a:p>
          <a:endParaRPr lang="en-US"/>
        </a:p>
      </dgm:t>
    </dgm:pt>
    <dgm:pt modelId="{AADE7059-ECDD-482D-AD3E-69EEA87CD900}" type="sibTrans" cxnId="{64F7BBF5-784C-4A06-AB44-6157BAF43A84}">
      <dgm:prSet/>
      <dgm:spPr/>
      <dgm:t>
        <a:bodyPr/>
        <a:lstStyle/>
        <a:p>
          <a:endParaRPr lang="en-US"/>
        </a:p>
      </dgm:t>
    </dgm:pt>
    <dgm:pt modelId="{A208CEF9-E9C2-43A7-AEB3-B051A7D55B31}">
      <dgm:prSet/>
      <dgm:spPr/>
      <dgm:t>
        <a:bodyPr/>
        <a:lstStyle/>
        <a:p>
          <a:r>
            <a:rPr lang="de-DE"/>
            <a:t>Ercin, A.E., Hoekstra, A.Y. (2012/2014). Corporate water footprint accounting and reduction strategies (assorted works).</a:t>
          </a:r>
          <a:endParaRPr lang="en-US"/>
        </a:p>
      </dgm:t>
    </dgm:pt>
    <dgm:pt modelId="{7E48B0D9-6DE5-4EC2-A8C4-B7FF551006B5}" type="parTrans" cxnId="{38883940-DD75-45CD-A07C-E6B630712B64}">
      <dgm:prSet/>
      <dgm:spPr/>
      <dgm:t>
        <a:bodyPr/>
        <a:lstStyle/>
        <a:p>
          <a:endParaRPr lang="en-US"/>
        </a:p>
      </dgm:t>
    </dgm:pt>
    <dgm:pt modelId="{BE723915-3183-4757-80F9-7B291EF13BA3}" type="sibTrans" cxnId="{38883940-DD75-45CD-A07C-E6B630712B64}">
      <dgm:prSet/>
      <dgm:spPr/>
      <dgm:t>
        <a:bodyPr/>
        <a:lstStyle/>
        <a:p>
          <a:endParaRPr lang="en-US"/>
        </a:p>
      </dgm:t>
    </dgm:pt>
    <dgm:pt modelId="{CA98FA73-7BC9-43DE-975F-B614882754D6}">
      <dgm:prSet/>
      <dgm:spPr/>
      <dgm:t>
        <a:bodyPr/>
        <a:lstStyle/>
        <a:p>
          <a:r>
            <a:rPr lang="de-DE"/>
            <a:t>Hoekstra, A.Y. (2017). Water Footprint Assessment: Evolvement of a new research</a:t>
          </a:r>
          <a:r>
            <a:rPr lang="en-US"/>
            <a:t> field.</a:t>
          </a:r>
        </a:p>
      </dgm:t>
    </dgm:pt>
    <dgm:pt modelId="{D2FEB87C-5D8D-4147-B94E-BE93DDB3D467}" type="parTrans" cxnId="{DD5B8EB5-B04C-450B-8960-D49B8B152981}">
      <dgm:prSet/>
      <dgm:spPr/>
      <dgm:t>
        <a:bodyPr/>
        <a:lstStyle/>
        <a:p>
          <a:endParaRPr lang="en-US"/>
        </a:p>
      </dgm:t>
    </dgm:pt>
    <dgm:pt modelId="{E14E8909-24C6-40E6-852F-4D4CCE2167C4}" type="sibTrans" cxnId="{DD5B8EB5-B04C-450B-8960-D49B8B152981}">
      <dgm:prSet/>
      <dgm:spPr/>
      <dgm:t>
        <a:bodyPr/>
        <a:lstStyle/>
        <a:p>
          <a:endParaRPr lang="en-US"/>
        </a:p>
      </dgm:t>
    </dgm:pt>
    <dgm:pt modelId="{C570DECB-921D-4566-99F0-E5940390EEF9}" type="pres">
      <dgm:prSet presAssocID="{9B64C268-503D-4AEB-B465-EFF8CE36FB89}" presName="linear" presStyleCnt="0">
        <dgm:presLayoutVars>
          <dgm:animLvl val="lvl"/>
          <dgm:resizeHandles val="exact"/>
        </dgm:presLayoutVars>
      </dgm:prSet>
      <dgm:spPr/>
    </dgm:pt>
    <dgm:pt modelId="{E4B1DC2A-BEA8-487E-81AD-368425BB2CAE}" type="pres">
      <dgm:prSet presAssocID="{3F024FA5-4D93-437C-A8DC-C1BB797FD7AC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922F2BEF-441E-41DB-919F-39076E4CE6A8}" type="pres">
      <dgm:prSet presAssocID="{735B5D47-D2FB-4A30-A709-0189BA191DB2}" presName="spacer" presStyleCnt="0"/>
      <dgm:spPr/>
    </dgm:pt>
    <dgm:pt modelId="{EFA04D72-A7D1-45A7-8C1D-2184A1191435}" type="pres">
      <dgm:prSet presAssocID="{36F8B87E-F919-4408-9287-30B179B21C60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756AAEA3-C4EF-4956-BB79-E635C7D59596}" type="pres">
      <dgm:prSet presAssocID="{29F13DEF-A2E7-423F-B557-89C3A67655FB}" presName="spacer" presStyleCnt="0"/>
      <dgm:spPr/>
    </dgm:pt>
    <dgm:pt modelId="{9E74F610-B93E-4A58-9FF4-57DBD120A16F}" type="pres">
      <dgm:prSet presAssocID="{C16EAC79-0DE2-4A7B-8ACC-7B717C799522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27F5365D-D7CB-4C93-82D2-093A1C759769}" type="pres">
      <dgm:prSet presAssocID="{27D9D4D8-6409-4FE9-8F76-84627BEA3467}" presName="spacer" presStyleCnt="0"/>
      <dgm:spPr/>
    </dgm:pt>
    <dgm:pt modelId="{4C1CDF3D-925F-4540-BD51-88398BBC5C23}" type="pres">
      <dgm:prSet presAssocID="{42C76EA9-C643-46EA-B240-D2ABD19DB22A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699A44A6-AB0F-4D80-B033-B01EB4EB9AF9}" type="pres">
      <dgm:prSet presAssocID="{69465995-6AE2-43CF-8F04-3FB3211663DD}" presName="spacer" presStyleCnt="0"/>
      <dgm:spPr/>
    </dgm:pt>
    <dgm:pt modelId="{786BF65F-4705-44D8-908B-CB343E338DAF}" type="pres">
      <dgm:prSet presAssocID="{D39E2C61-33ED-4A4F-909C-7C13315FC369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E60FB219-4353-4392-8AC2-DECF045361E8}" type="pres">
      <dgm:prSet presAssocID="{312554CF-FC5A-4403-8DAC-91AED306531D}" presName="spacer" presStyleCnt="0"/>
      <dgm:spPr/>
    </dgm:pt>
    <dgm:pt modelId="{DB3CF7E5-9F53-4970-A853-E6962EC732F0}" type="pres">
      <dgm:prSet presAssocID="{F2361CF2-5299-40BA-9350-378A161BA70D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6AFC3A37-F1F6-4F65-805E-C423FCF37C5F}" type="pres">
      <dgm:prSet presAssocID="{4963357C-859C-4CF5-8A06-9F376100F510}" presName="spacer" presStyleCnt="0"/>
      <dgm:spPr/>
    </dgm:pt>
    <dgm:pt modelId="{DF6076B3-91D2-4C5F-848A-6FEFF050FBCD}" type="pres">
      <dgm:prSet presAssocID="{D8FADD70-E24A-4B23-9716-EDFABFFC166B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89A87B00-ACB2-4736-8488-5F99C1CC150B}" type="pres">
      <dgm:prSet presAssocID="{A79D1EA8-AB46-4695-91CA-F9FF8000CFC4}" presName="spacer" presStyleCnt="0"/>
      <dgm:spPr/>
    </dgm:pt>
    <dgm:pt modelId="{E6C8B4A7-F9AB-469D-AD07-64104A8556AC}" type="pres">
      <dgm:prSet presAssocID="{2C03031E-8D2B-4213-BAF6-6D55A05DB601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4092D801-5531-48CC-9FAE-9DAA4FA7B006}" type="pres">
      <dgm:prSet presAssocID="{477E8FDF-CFDC-4DB1-A099-E3B40BA4EA4F}" presName="spacer" presStyleCnt="0"/>
      <dgm:spPr/>
    </dgm:pt>
    <dgm:pt modelId="{F656E455-05D5-44EB-9502-EE2584BE3988}" type="pres">
      <dgm:prSet presAssocID="{B9506E5B-26F8-49C0-B3EB-E6EA63BBFF38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4B0B35AA-6073-49B2-A8F5-A7A42C8308A8}" type="pres">
      <dgm:prSet presAssocID="{33A8637B-D2DB-4C8B-8D67-E8A5B3EBFBF1}" presName="spacer" presStyleCnt="0"/>
      <dgm:spPr/>
    </dgm:pt>
    <dgm:pt modelId="{B07EB116-C0B4-4ADE-B7D9-782D2ED8691D}" type="pres">
      <dgm:prSet presAssocID="{666A3F48-2A76-4773-BFC0-6C7680882879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14B7DD85-AA66-403E-8C3A-FA153DF109DE}" type="pres">
      <dgm:prSet presAssocID="{AADE7059-ECDD-482D-AD3E-69EEA87CD900}" presName="spacer" presStyleCnt="0"/>
      <dgm:spPr/>
    </dgm:pt>
    <dgm:pt modelId="{4C77668C-AE0F-4D2B-846F-B0E6EBAF9F47}" type="pres">
      <dgm:prSet presAssocID="{A208CEF9-E9C2-43A7-AEB3-B051A7D55B31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98F381C1-C5B4-427A-AE58-638D9120790F}" type="pres">
      <dgm:prSet presAssocID="{BE723915-3183-4757-80F9-7B291EF13BA3}" presName="spacer" presStyleCnt="0"/>
      <dgm:spPr/>
    </dgm:pt>
    <dgm:pt modelId="{C986A67A-2901-44DC-A89F-0380816FF5A7}" type="pres">
      <dgm:prSet presAssocID="{CA98FA73-7BC9-43DE-975F-B614882754D6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0EA67102-B3AA-4B29-B3F5-5B592F6D1881}" srcId="{9B64C268-503D-4AEB-B465-EFF8CE36FB89}" destId="{C16EAC79-0DE2-4A7B-8ACC-7B717C799522}" srcOrd="2" destOrd="0" parTransId="{1505D9C4-5442-4BB2-9BE1-02645CC05A84}" sibTransId="{27D9D4D8-6409-4FE9-8F76-84627BEA3467}"/>
    <dgm:cxn modelId="{E01BF90A-6F08-47AB-A1C7-0D51FE46D60F}" type="presOf" srcId="{9B64C268-503D-4AEB-B465-EFF8CE36FB89}" destId="{C570DECB-921D-4566-99F0-E5940390EEF9}" srcOrd="0" destOrd="0" presId="urn:microsoft.com/office/officeart/2005/8/layout/vList2"/>
    <dgm:cxn modelId="{617D1722-88D7-4B07-8CF1-20B28B3886CE}" srcId="{9B64C268-503D-4AEB-B465-EFF8CE36FB89}" destId="{3F024FA5-4D93-437C-A8DC-C1BB797FD7AC}" srcOrd="0" destOrd="0" parTransId="{95F081BE-1709-4DBA-80B9-8A77E818BBE5}" sibTransId="{735B5D47-D2FB-4A30-A709-0189BA191DB2}"/>
    <dgm:cxn modelId="{495C2B29-8863-44A3-B8C0-DE6C7E75C2EE}" type="presOf" srcId="{C16EAC79-0DE2-4A7B-8ACC-7B717C799522}" destId="{9E74F610-B93E-4A58-9FF4-57DBD120A16F}" srcOrd="0" destOrd="0" presId="urn:microsoft.com/office/officeart/2005/8/layout/vList2"/>
    <dgm:cxn modelId="{E418D72D-09BB-43E5-AD87-3AC77713F2AA}" type="presOf" srcId="{36F8B87E-F919-4408-9287-30B179B21C60}" destId="{EFA04D72-A7D1-45A7-8C1D-2184A1191435}" srcOrd="0" destOrd="0" presId="urn:microsoft.com/office/officeart/2005/8/layout/vList2"/>
    <dgm:cxn modelId="{B31EFD30-0459-406F-B7C8-0ABE4FDFE41C}" type="presOf" srcId="{CA98FA73-7BC9-43DE-975F-B614882754D6}" destId="{C986A67A-2901-44DC-A89F-0380816FF5A7}" srcOrd="0" destOrd="0" presId="urn:microsoft.com/office/officeart/2005/8/layout/vList2"/>
    <dgm:cxn modelId="{B9CA603B-F400-4591-99CD-8C8412BFFD57}" srcId="{9B64C268-503D-4AEB-B465-EFF8CE36FB89}" destId="{42C76EA9-C643-46EA-B240-D2ABD19DB22A}" srcOrd="3" destOrd="0" parTransId="{0762BACA-B949-4E0F-BEEB-9A3E7F69C23A}" sibTransId="{69465995-6AE2-43CF-8F04-3FB3211663DD}"/>
    <dgm:cxn modelId="{3410BA3B-12ED-406A-9A05-2AC67C485B96}" srcId="{9B64C268-503D-4AEB-B465-EFF8CE36FB89}" destId="{D8FADD70-E24A-4B23-9716-EDFABFFC166B}" srcOrd="6" destOrd="0" parTransId="{38C1CE4A-454B-4D56-B6A8-CFFFE6BE7B01}" sibTransId="{A79D1EA8-AB46-4695-91CA-F9FF8000CFC4}"/>
    <dgm:cxn modelId="{38883940-DD75-45CD-A07C-E6B630712B64}" srcId="{9B64C268-503D-4AEB-B465-EFF8CE36FB89}" destId="{A208CEF9-E9C2-43A7-AEB3-B051A7D55B31}" srcOrd="10" destOrd="0" parTransId="{7E48B0D9-6DE5-4EC2-A8C4-B7FF551006B5}" sibTransId="{BE723915-3183-4757-80F9-7B291EF13BA3}"/>
    <dgm:cxn modelId="{D6AE4250-7AD6-4DDE-AE4B-1BB8F4DEF4CB}" type="presOf" srcId="{D39E2C61-33ED-4A4F-909C-7C13315FC369}" destId="{786BF65F-4705-44D8-908B-CB343E338DAF}" srcOrd="0" destOrd="0" presId="urn:microsoft.com/office/officeart/2005/8/layout/vList2"/>
    <dgm:cxn modelId="{FCCB7C78-1775-4D28-BDD5-44548049829E}" srcId="{9B64C268-503D-4AEB-B465-EFF8CE36FB89}" destId="{36F8B87E-F919-4408-9287-30B179B21C60}" srcOrd="1" destOrd="0" parTransId="{3042F628-41CC-4FBF-A229-46BC11073207}" sibTransId="{29F13DEF-A2E7-423F-B557-89C3A67655FB}"/>
    <dgm:cxn modelId="{0BFDF988-42A2-4B5C-B0EC-D90BE7AF9D3E}" srcId="{9B64C268-503D-4AEB-B465-EFF8CE36FB89}" destId="{2C03031E-8D2B-4213-BAF6-6D55A05DB601}" srcOrd="7" destOrd="0" parTransId="{31D7E91B-859F-4DA2-9E97-835294E69EC4}" sibTransId="{477E8FDF-CFDC-4DB1-A099-E3B40BA4EA4F}"/>
    <dgm:cxn modelId="{B36789A1-BAE0-4838-89A5-111BAB02D948}" type="presOf" srcId="{666A3F48-2A76-4773-BFC0-6C7680882879}" destId="{B07EB116-C0B4-4ADE-B7D9-782D2ED8691D}" srcOrd="0" destOrd="0" presId="urn:microsoft.com/office/officeart/2005/8/layout/vList2"/>
    <dgm:cxn modelId="{ADED95A9-2764-45AC-BC0F-26F0917B9F2C}" srcId="{9B64C268-503D-4AEB-B465-EFF8CE36FB89}" destId="{D39E2C61-33ED-4A4F-909C-7C13315FC369}" srcOrd="4" destOrd="0" parTransId="{3C3D91CE-01F3-4878-A9AF-E6945E629454}" sibTransId="{312554CF-FC5A-4403-8DAC-91AED306531D}"/>
    <dgm:cxn modelId="{DD5B8EB5-B04C-450B-8960-D49B8B152981}" srcId="{9B64C268-503D-4AEB-B465-EFF8CE36FB89}" destId="{CA98FA73-7BC9-43DE-975F-B614882754D6}" srcOrd="11" destOrd="0" parTransId="{D2FEB87C-5D8D-4147-B94E-BE93DDB3D467}" sibTransId="{E14E8909-24C6-40E6-852F-4D4CCE2167C4}"/>
    <dgm:cxn modelId="{483813BD-FBF0-4206-A94F-6FF87F161048}" type="presOf" srcId="{B9506E5B-26F8-49C0-B3EB-E6EA63BBFF38}" destId="{F656E455-05D5-44EB-9502-EE2584BE3988}" srcOrd="0" destOrd="0" presId="urn:microsoft.com/office/officeart/2005/8/layout/vList2"/>
    <dgm:cxn modelId="{FBD394C4-4BC2-4B30-921D-CB1D6B7A988F}" srcId="{9B64C268-503D-4AEB-B465-EFF8CE36FB89}" destId="{F2361CF2-5299-40BA-9350-378A161BA70D}" srcOrd="5" destOrd="0" parTransId="{F0441EB0-F27D-4ED0-B2B8-F175EE9751AB}" sibTransId="{4963357C-859C-4CF5-8A06-9F376100F510}"/>
    <dgm:cxn modelId="{74BCDEC4-D283-438D-BD34-BCD5423AB24E}" type="presOf" srcId="{42C76EA9-C643-46EA-B240-D2ABD19DB22A}" destId="{4C1CDF3D-925F-4540-BD51-88398BBC5C23}" srcOrd="0" destOrd="0" presId="urn:microsoft.com/office/officeart/2005/8/layout/vList2"/>
    <dgm:cxn modelId="{F62E79C7-D149-4ADE-8EC6-F355324576D1}" type="presOf" srcId="{F2361CF2-5299-40BA-9350-378A161BA70D}" destId="{DB3CF7E5-9F53-4970-A853-E6962EC732F0}" srcOrd="0" destOrd="0" presId="urn:microsoft.com/office/officeart/2005/8/layout/vList2"/>
    <dgm:cxn modelId="{7507E8D1-292C-44AA-BE6E-802EF9C3FB89}" type="presOf" srcId="{A208CEF9-E9C2-43A7-AEB3-B051A7D55B31}" destId="{4C77668C-AE0F-4D2B-846F-B0E6EBAF9F47}" srcOrd="0" destOrd="0" presId="urn:microsoft.com/office/officeart/2005/8/layout/vList2"/>
    <dgm:cxn modelId="{12AABEDB-6CBC-4094-B8F4-06C316F2BC82}" type="presOf" srcId="{D8FADD70-E24A-4B23-9716-EDFABFFC166B}" destId="{DF6076B3-91D2-4C5F-848A-6FEFF050FBCD}" srcOrd="0" destOrd="0" presId="urn:microsoft.com/office/officeart/2005/8/layout/vList2"/>
    <dgm:cxn modelId="{E01DF3E4-7C34-4344-82DA-D9EC11405F36}" srcId="{9B64C268-503D-4AEB-B465-EFF8CE36FB89}" destId="{B9506E5B-26F8-49C0-B3EB-E6EA63BBFF38}" srcOrd="8" destOrd="0" parTransId="{200BC2A1-FD2A-4E76-A14C-E3FD198835DE}" sibTransId="{33A8637B-D2DB-4C8B-8D67-E8A5B3EBFBF1}"/>
    <dgm:cxn modelId="{FB56B1EA-C723-4E3B-8FFF-1CC71A435B85}" type="presOf" srcId="{3F024FA5-4D93-437C-A8DC-C1BB797FD7AC}" destId="{E4B1DC2A-BEA8-487E-81AD-368425BB2CAE}" srcOrd="0" destOrd="0" presId="urn:microsoft.com/office/officeart/2005/8/layout/vList2"/>
    <dgm:cxn modelId="{64F7BBF5-784C-4A06-AB44-6157BAF43A84}" srcId="{9B64C268-503D-4AEB-B465-EFF8CE36FB89}" destId="{666A3F48-2A76-4773-BFC0-6C7680882879}" srcOrd="9" destOrd="0" parTransId="{CB5046DF-691F-4D03-A217-BD1A9BB0E3C0}" sibTransId="{AADE7059-ECDD-482D-AD3E-69EEA87CD900}"/>
    <dgm:cxn modelId="{3DEAB6F7-A99B-4D00-A236-E9220E8CBDBF}" type="presOf" srcId="{2C03031E-8D2B-4213-BAF6-6D55A05DB601}" destId="{E6C8B4A7-F9AB-469D-AD07-64104A8556AC}" srcOrd="0" destOrd="0" presId="urn:microsoft.com/office/officeart/2005/8/layout/vList2"/>
    <dgm:cxn modelId="{3B45825C-5620-4082-8BDF-B018AA24F48A}" type="presParOf" srcId="{C570DECB-921D-4566-99F0-E5940390EEF9}" destId="{E4B1DC2A-BEA8-487E-81AD-368425BB2CAE}" srcOrd="0" destOrd="0" presId="urn:microsoft.com/office/officeart/2005/8/layout/vList2"/>
    <dgm:cxn modelId="{205D49BE-8269-49F7-8A15-1EC727C443F7}" type="presParOf" srcId="{C570DECB-921D-4566-99F0-E5940390EEF9}" destId="{922F2BEF-441E-41DB-919F-39076E4CE6A8}" srcOrd="1" destOrd="0" presId="urn:microsoft.com/office/officeart/2005/8/layout/vList2"/>
    <dgm:cxn modelId="{FC3EC7FD-8DD8-44B0-8CE3-BB93DF74659E}" type="presParOf" srcId="{C570DECB-921D-4566-99F0-E5940390EEF9}" destId="{EFA04D72-A7D1-45A7-8C1D-2184A1191435}" srcOrd="2" destOrd="0" presId="urn:microsoft.com/office/officeart/2005/8/layout/vList2"/>
    <dgm:cxn modelId="{58851729-75CE-4682-BD0B-56140B238B11}" type="presParOf" srcId="{C570DECB-921D-4566-99F0-E5940390EEF9}" destId="{756AAEA3-C4EF-4956-BB79-E635C7D59596}" srcOrd="3" destOrd="0" presId="urn:microsoft.com/office/officeart/2005/8/layout/vList2"/>
    <dgm:cxn modelId="{0399939B-8A3D-46A1-94FB-2E4F83678580}" type="presParOf" srcId="{C570DECB-921D-4566-99F0-E5940390EEF9}" destId="{9E74F610-B93E-4A58-9FF4-57DBD120A16F}" srcOrd="4" destOrd="0" presId="urn:microsoft.com/office/officeart/2005/8/layout/vList2"/>
    <dgm:cxn modelId="{67A20849-9A4E-4F04-9277-7046B5D66FA3}" type="presParOf" srcId="{C570DECB-921D-4566-99F0-E5940390EEF9}" destId="{27F5365D-D7CB-4C93-82D2-093A1C759769}" srcOrd="5" destOrd="0" presId="urn:microsoft.com/office/officeart/2005/8/layout/vList2"/>
    <dgm:cxn modelId="{4194AC6D-8672-4FFA-9F00-70F708A63EE9}" type="presParOf" srcId="{C570DECB-921D-4566-99F0-E5940390EEF9}" destId="{4C1CDF3D-925F-4540-BD51-88398BBC5C23}" srcOrd="6" destOrd="0" presId="urn:microsoft.com/office/officeart/2005/8/layout/vList2"/>
    <dgm:cxn modelId="{B8A2FB3F-3331-4517-807E-C6CD0601B33B}" type="presParOf" srcId="{C570DECB-921D-4566-99F0-E5940390EEF9}" destId="{699A44A6-AB0F-4D80-B033-B01EB4EB9AF9}" srcOrd="7" destOrd="0" presId="urn:microsoft.com/office/officeart/2005/8/layout/vList2"/>
    <dgm:cxn modelId="{D4199059-01AB-4D23-95FB-B4515D21A467}" type="presParOf" srcId="{C570DECB-921D-4566-99F0-E5940390EEF9}" destId="{786BF65F-4705-44D8-908B-CB343E338DAF}" srcOrd="8" destOrd="0" presId="urn:microsoft.com/office/officeart/2005/8/layout/vList2"/>
    <dgm:cxn modelId="{3133476F-EABA-48B7-A720-6077C31FA4E1}" type="presParOf" srcId="{C570DECB-921D-4566-99F0-E5940390EEF9}" destId="{E60FB219-4353-4392-8AC2-DECF045361E8}" srcOrd="9" destOrd="0" presId="urn:microsoft.com/office/officeart/2005/8/layout/vList2"/>
    <dgm:cxn modelId="{F7993EB5-032E-4672-8A8C-8BA05CB1AEFA}" type="presParOf" srcId="{C570DECB-921D-4566-99F0-E5940390EEF9}" destId="{DB3CF7E5-9F53-4970-A853-E6962EC732F0}" srcOrd="10" destOrd="0" presId="urn:microsoft.com/office/officeart/2005/8/layout/vList2"/>
    <dgm:cxn modelId="{8E801AAB-0A9F-434A-A156-922A95D5C30C}" type="presParOf" srcId="{C570DECB-921D-4566-99F0-E5940390EEF9}" destId="{6AFC3A37-F1F6-4F65-805E-C423FCF37C5F}" srcOrd="11" destOrd="0" presId="urn:microsoft.com/office/officeart/2005/8/layout/vList2"/>
    <dgm:cxn modelId="{17FEA2B0-6904-44DC-96BB-633A63892A9A}" type="presParOf" srcId="{C570DECB-921D-4566-99F0-E5940390EEF9}" destId="{DF6076B3-91D2-4C5F-848A-6FEFF050FBCD}" srcOrd="12" destOrd="0" presId="urn:microsoft.com/office/officeart/2005/8/layout/vList2"/>
    <dgm:cxn modelId="{0934B67C-0FF0-45D8-B2A6-DFBB4288E358}" type="presParOf" srcId="{C570DECB-921D-4566-99F0-E5940390EEF9}" destId="{89A87B00-ACB2-4736-8488-5F99C1CC150B}" srcOrd="13" destOrd="0" presId="urn:microsoft.com/office/officeart/2005/8/layout/vList2"/>
    <dgm:cxn modelId="{F3E94863-9A32-4D9B-BB90-A9A6FB8E8D62}" type="presParOf" srcId="{C570DECB-921D-4566-99F0-E5940390EEF9}" destId="{E6C8B4A7-F9AB-469D-AD07-64104A8556AC}" srcOrd="14" destOrd="0" presId="urn:microsoft.com/office/officeart/2005/8/layout/vList2"/>
    <dgm:cxn modelId="{5F6A0BEA-446A-47FC-8E3E-99F1334E6054}" type="presParOf" srcId="{C570DECB-921D-4566-99F0-E5940390EEF9}" destId="{4092D801-5531-48CC-9FAE-9DAA4FA7B006}" srcOrd="15" destOrd="0" presId="urn:microsoft.com/office/officeart/2005/8/layout/vList2"/>
    <dgm:cxn modelId="{A0D6CB74-EC6C-4B97-ABC2-1A0B1599322B}" type="presParOf" srcId="{C570DECB-921D-4566-99F0-E5940390EEF9}" destId="{F656E455-05D5-44EB-9502-EE2584BE3988}" srcOrd="16" destOrd="0" presId="urn:microsoft.com/office/officeart/2005/8/layout/vList2"/>
    <dgm:cxn modelId="{1DB10ABC-0833-47BA-BAB6-F8B36BCD62CB}" type="presParOf" srcId="{C570DECB-921D-4566-99F0-E5940390EEF9}" destId="{4B0B35AA-6073-49B2-A8F5-A7A42C8308A8}" srcOrd="17" destOrd="0" presId="urn:microsoft.com/office/officeart/2005/8/layout/vList2"/>
    <dgm:cxn modelId="{0097DDCD-98D4-4DA5-A8F1-9368EE37F27B}" type="presParOf" srcId="{C570DECB-921D-4566-99F0-E5940390EEF9}" destId="{B07EB116-C0B4-4ADE-B7D9-782D2ED8691D}" srcOrd="18" destOrd="0" presId="urn:microsoft.com/office/officeart/2005/8/layout/vList2"/>
    <dgm:cxn modelId="{21795683-C57E-4961-A774-00B1101FFBE6}" type="presParOf" srcId="{C570DECB-921D-4566-99F0-E5940390EEF9}" destId="{14B7DD85-AA66-403E-8C3A-FA153DF109DE}" srcOrd="19" destOrd="0" presId="urn:microsoft.com/office/officeart/2005/8/layout/vList2"/>
    <dgm:cxn modelId="{8F51C5B5-3132-473C-AC0F-1027C38FE3F3}" type="presParOf" srcId="{C570DECB-921D-4566-99F0-E5940390EEF9}" destId="{4C77668C-AE0F-4D2B-846F-B0E6EBAF9F47}" srcOrd="20" destOrd="0" presId="urn:microsoft.com/office/officeart/2005/8/layout/vList2"/>
    <dgm:cxn modelId="{9D65916E-1EC0-4C60-A063-46880B5EDE0B}" type="presParOf" srcId="{C570DECB-921D-4566-99F0-E5940390EEF9}" destId="{98F381C1-C5B4-427A-AE58-638D9120790F}" srcOrd="21" destOrd="0" presId="urn:microsoft.com/office/officeart/2005/8/layout/vList2"/>
    <dgm:cxn modelId="{234B7BF4-B278-4FF0-A1C1-0459ABC30396}" type="presParOf" srcId="{C570DECB-921D-4566-99F0-E5940390EEF9}" destId="{C986A67A-2901-44DC-A89F-0380816FF5A7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B5C4B-9F77-4FA0-9371-97209B1B1511}">
      <dsp:nvSpPr>
        <dsp:cNvPr id="0" name=""/>
        <dsp:cNvSpPr/>
      </dsp:nvSpPr>
      <dsp:spPr>
        <a:xfrm>
          <a:off x="0" y="4300"/>
          <a:ext cx="4697730" cy="7516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BE4014-C4B3-4178-B170-7786F788135B}">
      <dsp:nvSpPr>
        <dsp:cNvPr id="0" name=""/>
        <dsp:cNvSpPr/>
      </dsp:nvSpPr>
      <dsp:spPr>
        <a:xfrm>
          <a:off x="227359" y="173410"/>
          <a:ext cx="413380" cy="4133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354AA-4501-49AA-8CDB-0A9A4F440F13}">
      <dsp:nvSpPr>
        <dsp:cNvPr id="0" name=""/>
        <dsp:cNvSpPr/>
      </dsp:nvSpPr>
      <dsp:spPr>
        <a:xfrm>
          <a:off x="868099" y="4300"/>
          <a:ext cx="373920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Motivation: rising water scarcity, depletion, and pollution; need consumer transparency.</a:t>
          </a:r>
        </a:p>
      </dsp:txBody>
      <dsp:txXfrm>
        <a:off x="868099" y="4300"/>
        <a:ext cx="3739203" cy="916014"/>
      </dsp:txXfrm>
    </dsp:sp>
    <dsp:sp modelId="{83244CE4-A1E0-45B7-AE27-016078AB97AA}">
      <dsp:nvSpPr>
        <dsp:cNvPr id="0" name=""/>
        <dsp:cNvSpPr/>
      </dsp:nvSpPr>
      <dsp:spPr>
        <a:xfrm>
          <a:off x="0" y="1149318"/>
          <a:ext cx="4697730" cy="7516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12061-D06F-4B6D-8264-0A33601ABFDD}">
      <dsp:nvSpPr>
        <dsp:cNvPr id="0" name=""/>
        <dsp:cNvSpPr/>
      </dsp:nvSpPr>
      <dsp:spPr>
        <a:xfrm>
          <a:off x="227359" y="1318429"/>
          <a:ext cx="413380" cy="4133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D86DE-F5F3-4E9F-9B49-177B13A897D4}">
      <dsp:nvSpPr>
        <dsp:cNvPr id="0" name=""/>
        <dsp:cNvSpPr/>
      </dsp:nvSpPr>
      <dsp:spPr>
        <a:xfrm>
          <a:off x="868099" y="1149318"/>
          <a:ext cx="373920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Solution: software-only React web app computing blue/green/grey footprints and an optional scarcity-weighted indicator.</a:t>
          </a:r>
        </a:p>
      </dsp:txBody>
      <dsp:txXfrm>
        <a:off x="868099" y="1149318"/>
        <a:ext cx="3739203" cy="916014"/>
      </dsp:txXfrm>
    </dsp:sp>
    <dsp:sp modelId="{1D033183-2F71-46CA-B956-48A0B17113CF}">
      <dsp:nvSpPr>
        <dsp:cNvPr id="0" name=""/>
        <dsp:cNvSpPr/>
      </dsp:nvSpPr>
      <dsp:spPr>
        <a:xfrm>
          <a:off x="0" y="2294336"/>
          <a:ext cx="4697730" cy="7516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430A5-1B2C-48F4-AF80-8FA27C476F13}">
      <dsp:nvSpPr>
        <dsp:cNvPr id="0" name=""/>
        <dsp:cNvSpPr/>
      </dsp:nvSpPr>
      <dsp:spPr>
        <a:xfrm>
          <a:off x="227359" y="2463447"/>
          <a:ext cx="413380" cy="4133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25219-2FD4-438A-BB21-DE3F194CCBE3}">
      <dsp:nvSpPr>
        <dsp:cNvPr id="0" name=""/>
        <dsp:cNvSpPr/>
      </dsp:nvSpPr>
      <dsp:spPr>
        <a:xfrm>
          <a:off x="868099" y="2294336"/>
          <a:ext cx="373920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Stack: React + TypeScript frontend; Node/NestJS calculation API; PostgreSQL storage; Redis caching; optional FastAPI CV service.</a:t>
          </a:r>
        </a:p>
      </dsp:txBody>
      <dsp:txXfrm>
        <a:off x="868099" y="2294336"/>
        <a:ext cx="3739203" cy="916014"/>
      </dsp:txXfrm>
    </dsp:sp>
    <dsp:sp modelId="{814B5435-A532-463E-85D4-C1173702C4FD}">
      <dsp:nvSpPr>
        <dsp:cNvPr id="0" name=""/>
        <dsp:cNvSpPr/>
      </dsp:nvSpPr>
      <dsp:spPr>
        <a:xfrm>
          <a:off x="0" y="3439354"/>
          <a:ext cx="4697730" cy="7516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0B1F3-2F6D-4C52-88A7-910BD8ADA94F}">
      <dsp:nvSpPr>
        <dsp:cNvPr id="0" name=""/>
        <dsp:cNvSpPr/>
      </dsp:nvSpPr>
      <dsp:spPr>
        <a:xfrm>
          <a:off x="227359" y="3608465"/>
          <a:ext cx="413380" cy="4133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BA1C8-9ED0-4FEE-9626-CE89863C0633}">
      <dsp:nvSpPr>
        <dsp:cNvPr id="0" name=""/>
        <dsp:cNvSpPr/>
      </dsp:nvSpPr>
      <dsp:spPr>
        <a:xfrm>
          <a:off x="868099" y="3439354"/>
          <a:ext cx="373920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Features: search and barcode/image scan (device camera only), regional factors, multi-language UI, explainability and alternatives.</a:t>
          </a:r>
        </a:p>
      </dsp:txBody>
      <dsp:txXfrm>
        <a:off x="868099" y="3439354"/>
        <a:ext cx="3739203" cy="916014"/>
      </dsp:txXfrm>
    </dsp:sp>
    <dsp:sp modelId="{22A8DE89-1E4E-4E28-A1AA-E9B75444170B}">
      <dsp:nvSpPr>
        <dsp:cNvPr id="0" name=""/>
        <dsp:cNvSpPr/>
      </dsp:nvSpPr>
      <dsp:spPr>
        <a:xfrm>
          <a:off x="0" y="4584372"/>
          <a:ext cx="4697730" cy="7516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D25C0-34FF-46BB-B490-EBD780451C4F}">
      <dsp:nvSpPr>
        <dsp:cNvPr id="0" name=""/>
        <dsp:cNvSpPr/>
      </dsp:nvSpPr>
      <dsp:spPr>
        <a:xfrm>
          <a:off x="227359" y="4753483"/>
          <a:ext cx="413380" cy="4133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4DD8F-3D74-489D-BB87-73F5073E679C}">
      <dsp:nvSpPr>
        <dsp:cNvPr id="0" name=""/>
        <dsp:cNvSpPr/>
      </dsp:nvSpPr>
      <dsp:spPr>
        <a:xfrm>
          <a:off x="868099" y="4584372"/>
          <a:ext cx="373920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Outcome: credible, fast, transparent results to drive everyday behavior change.</a:t>
          </a:r>
        </a:p>
      </dsp:txBody>
      <dsp:txXfrm>
        <a:off x="868099" y="4584372"/>
        <a:ext cx="3739203" cy="916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5B1B5-BE59-4390-902E-6FA187258A1D}">
      <dsp:nvSpPr>
        <dsp:cNvPr id="0" name=""/>
        <dsp:cNvSpPr/>
      </dsp:nvSpPr>
      <dsp:spPr>
        <a:xfrm>
          <a:off x="0" y="3087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Hoekstra &amp; Mekonnen (2012), PNAS — The water footprint of humanity: baseline patterns &amp; virtual water trade.</a:t>
          </a:r>
        </a:p>
      </dsp:txBody>
      <dsp:txXfrm>
        <a:off x="51003" y="81881"/>
        <a:ext cx="4595724" cy="942803"/>
      </dsp:txXfrm>
    </dsp:sp>
    <dsp:sp modelId="{65051B79-47D1-4F9C-94EC-1AF90CEC112D}">
      <dsp:nvSpPr>
        <dsp:cNvPr id="0" name=""/>
        <dsp:cNvSpPr/>
      </dsp:nvSpPr>
      <dsp:spPr>
        <a:xfrm>
          <a:off x="0" y="113040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Mekonnen &amp; Hoekstra (2011), HESS — Crop-level blue/green/grey factors underpinning food item estimates.</a:t>
          </a:r>
        </a:p>
      </dsp:txBody>
      <dsp:txXfrm>
        <a:off x="51003" y="1181411"/>
        <a:ext cx="4595724" cy="942803"/>
      </dsp:txXfrm>
    </dsp:sp>
    <dsp:sp modelId="{77E0EF1B-F72C-448D-B1E5-769878326168}">
      <dsp:nvSpPr>
        <dsp:cNvPr id="0" name=""/>
        <dsp:cNvSpPr/>
      </dsp:nvSpPr>
      <dsp:spPr>
        <a:xfrm>
          <a:off x="0" y="2229939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ISO 14046 (2014) — Water footprint principles; shapes reporting &amp; disclosure.</a:t>
          </a:r>
        </a:p>
      </dsp:txBody>
      <dsp:txXfrm>
        <a:off x="51003" y="2280942"/>
        <a:ext cx="4595724" cy="942803"/>
      </dsp:txXfrm>
    </dsp:sp>
    <dsp:sp modelId="{3504605C-0A6F-4581-B0C2-B6F481CF23A5}">
      <dsp:nvSpPr>
        <dsp:cNvPr id="0" name=""/>
        <dsp:cNvSpPr/>
      </dsp:nvSpPr>
      <dsp:spPr>
        <a:xfrm>
          <a:off x="0" y="332946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ISO 14044 (2006/2018) — LCA requirements; allocation &amp; functional unit guidance.</a:t>
          </a:r>
        </a:p>
      </dsp:txBody>
      <dsp:txXfrm>
        <a:off x="51003" y="3380471"/>
        <a:ext cx="4595724" cy="942803"/>
      </dsp:txXfrm>
    </dsp:sp>
    <dsp:sp modelId="{51B2F188-FEE5-481B-BE36-3D39EFD3F796}">
      <dsp:nvSpPr>
        <dsp:cNvPr id="0" name=""/>
        <dsp:cNvSpPr/>
      </dsp:nvSpPr>
      <dsp:spPr>
        <a:xfrm>
          <a:off x="0" y="442899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Pfister et al. (2009), PNAS — Freshwater consumption in LCA; consumptive use framing.</a:t>
          </a:r>
        </a:p>
      </dsp:txBody>
      <dsp:txXfrm>
        <a:off x="51003" y="4480001"/>
        <a:ext cx="4595724" cy="9428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5B1B5-BE59-4390-902E-6FA187258A1D}">
      <dsp:nvSpPr>
        <dsp:cNvPr id="0" name=""/>
        <dsp:cNvSpPr/>
      </dsp:nvSpPr>
      <dsp:spPr>
        <a:xfrm>
          <a:off x="0" y="9068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Ridoutt &amp; Pfister (2010), J. Industrial Ecology — Scarcity-oriented footprinting rationale.</a:t>
          </a:r>
        </a:p>
      </dsp:txBody>
      <dsp:txXfrm>
        <a:off x="34954" y="125637"/>
        <a:ext cx="4627822" cy="646132"/>
      </dsp:txXfrm>
    </dsp:sp>
    <dsp:sp modelId="{543D18E3-B566-4046-B77C-EE774F464E12}">
      <dsp:nvSpPr>
        <dsp:cNvPr id="0" name=""/>
        <dsp:cNvSpPr/>
      </dsp:nvSpPr>
      <dsp:spPr>
        <a:xfrm>
          <a:off x="0" y="85856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Boulay et al. (2018), Int. J. LCA — AWARE model; regional characterization factors.</a:t>
          </a:r>
        </a:p>
      </dsp:txBody>
      <dsp:txXfrm>
        <a:off x="34954" y="893517"/>
        <a:ext cx="4627822" cy="646132"/>
      </dsp:txXfrm>
    </dsp:sp>
    <dsp:sp modelId="{12E51655-91F9-49F9-8769-425FED074576}">
      <dsp:nvSpPr>
        <dsp:cNvPr id="0" name=""/>
        <dsp:cNvSpPr/>
      </dsp:nvSpPr>
      <dsp:spPr>
        <a:xfrm>
          <a:off x="0" y="162644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Kounina et al. (2013), Int. J. LCA — Methods review; pitfalls &amp; harmonization.</a:t>
          </a:r>
          <a:endParaRPr lang="en-US" sz="1800" kern="1200" dirty="0"/>
        </a:p>
      </dsp:txBody>
      <dsp:txXfrm>
        <a:off x="34954" y="1661397"/>
        <a:ext cx="4627822" cy="646132"/>
      </dsp:txXfrm>
    </dsp:sp>
    <dsp:sp modelId="{AC7943F4-25B7-4BFA-A7D6-E66A21023649}">
      <dsp:nvSpPr>
        <dsp:cNvPr id="0" name=""/>
        <dsp:cNvSpPr/>
      </dsp:nvSpPr>
      <dsp:spPr>
        <a:xfrm>
          <a:off x="0" y="239432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Berger et al. (2014), Int. J. LCA — Progress &amp; challenges; communication best practices.</a:t>
          </a:r>
          <a:endParaRPr lang="en-US" sz="1800" kern="1200" dirty="0"/>
        </a:p>
      </dsp:txBody>
      <dsp:txXfrm>
        <a:off x="34954" y="2429277"/>
        <a:ext cx="4627822" cy="646132"/>
      </dsp:txXfrm>
    </dsp:sp>
    <dsp:sp modelId="{2323F553-7D54-491B-AA17-0F4D0C321247}">
      <dsp:nvSpPr>
        <dsp:cNvPr id="0" name=""/>
        <dsp:cNvSpPr/>
      </dsp:nvSpPr>
      <dsp:spPr>
        <a:xfrm>
          <a:off x="0" y="316220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Bayart et al. (2010), Int. J. LCA — Off-stream water use; grey WF framing.</a:t>
          </a:r>
          <a:endParaRPr lang="en-US" sz="1800" kern="1200" dirty="0"/>
        </a:p>
      </dsp:txBody>
      <dsp:txXfrm>
        <a:off x="34954" y="3197157"/>
        <a:ext cx="4627822" cy="646132"/>
      </dsp:txXfrm>
    </dsp:sp>
    <dsp:sp modelId="{BE7133D7-EBC0-4397-A17F-617C2369E6DF}">
      <dsp:nvSpPr>
        <dsp:cNvPr id="0" name=""/>
        <dsp:cNvSpPr/>
      </dsp:nvSpPr>
      <dsp:spPr>
        <a:xfrm>
          <a:off x="0" y="393008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Boulay et al. (2015), Environ. Sci. Technol. — Consensus on assessing water use impacts.</a:t>
          </a:r>
          <a:endParaRPr lang="en-US" sz="1800" kern="1200" dirty="0"/>
        </a:p>
      </dsp:txBody>
      <dsp:txXfrm>
        <a:off x="34954" y="3965037"/>
        <a:ext cx="4627822" cy="646132"/>
      </dsp:txXfrm>
    </dsp:sp>
    <dsp:sp modelId="{C8F82050-BE01-4911-B895-DD5A86408819}">
      <dsp:nvSpPr>
        <dsp:cNvPr id="0" name=""/>
        <dsp:cNvSpPr/>
      </dsp:nvSpPr>
      <dsp:spPr>
        <a:xfrm>
          <a:off x="0" y="4697963"/>
          <a:ext cx="469773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Hoekstra (2017) — Water Footprint Assessment: evolvement of the field.</a:t>
          </a:r>
          <a:endParaRPr lang="en-US" sz="1800" kern="1200" dirty="0"/>
        </a:p>
      </dsp:txBody>
      <dsp:txXfrm>
        <a:off x="34954" y="4732917"/>
        <a:ext cx="4627822" cy="6461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8D4AA-C6B0-4217-BA00-3A8A083267DC}">
      <dsp:nvSpPr>
        <dsp:cNvPr id="0" name=""/>
        <dsp:cNvSpPr/>
      </dsp:nvSpPr>
      <dsp:spPr>
        <a:xfrm>
          <a:off x="0" y="3087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 ISO-aligned computation of WF_total = WF_blue + WF_green + WF_grey with transparent units &amp; sources.</a:t>
          </a:r>
        </a:p>
      </dsp:txBody>
      <dsp:txXfrm>
        <a:off x="51003" y="81881"/>
        <a:ext cx="4595724" cy="942803"/>
      </dsp:txXfrm>
    </dsp:sp>
    <dsp:sp modelId="{C82067B5-D182-44C8-8A5C-5CD167A84094}">
      <dsp:nvSpPr>
        <dsp:cNvPr id="0" name=""/>
        <dsp:cNvSpPr/>
      </dsp:nvSpPr>
      <dsp:spPr>
        <a:xfrm>
          <a:off x="0" y="113040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an optional scarcity-weighted indicator using regional characterization factors (e.g., AWARE).</a:t>
          </a:r>
        </a:p>
      </dsp:txBody>
      <dsp:txXfrm>
        <a:off x="51003" y="1181411"/>
        <a:ext cx="4595724" cy="942803"/>
      </dsp:txXfrm>
    </dsp:sp>
    <dsp:sp modelId="{DED924D5-F2D3-407A-A4CF-B844554DEFE6}">
      <dsp:nvSpPr>
        <dsp:cNvPr id="0" name=""/>
        <dsp:cNvSpPr/>
      </dsp:nvSpPr>
      <dsp:spPr>
        <a:xfrm>
          <a:off x="0" y="2229939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Deliver fast, accessible UX (target ≤ 1.5 s p95 after warm cache) with English + 2 Indian languages.</a:t>
          </a:r>
        </a:p>
      </dsp:txBody>
      <dsp:txXfrm>
        <a:off x="51003" y="2280942"/>
        <a:ext cx="4595724" cy="942803"/>
      </dsp:txXfrm>
    </dsp:sp>
    <dsp:sp modelId="{A7C05DDB-54C0-493C-B3EC-F6D43424852B}">
      <dsp:nvSpPr>
        <dsp:cNvPr id="0" name=""/>
        <dsp:cNvSpPr/>
      </dsp:nvSpPr>
      <dsp:spPr>
        <a:xfrm>
          <a:off x="0" y="332946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product discovery via search &amp; barcode/image scanning; show assumptions, region, data version.</a:t>
          </a:r>
        </a:p>
      </dsp:txBody>
      <dsp:txXfrm>
        <a:off x="51003" y="3380471"/>
        <a:ext cx="4595724" cy="942803"/>
      </dsp:txXfrm>
    </dsp:sp>
    <dsp:sp modelId="{F843BE3A-CFB9-4C5C-AB8A-DC1612F5516F}">
      <dsp:nvSpPr>
        <dsp:cNvPr id="0" name=""/>
        <dsp:cNvSpPr/>
      </dsp:nvSpPr>
      <dsp:spPr>
        <a:xfrm>
          <a:off x="0" y="4428998"/>
          <a:ext cx="4697730" cy="1044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Governance: dataset versioning, changelogs, integrity hashes; reproducible ETL.</a:t>
          </a:r>
        </a:p>
      </dsp:txBody>
      <dsp:txXfrm>
        <a:off x="51003" y="4480001"/>
        <a:ext cx="4595724" cy="942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52963-000E-4891-BB0C-2DBCD405B6A1}">
      <dsp:nvSpPr>
        <dsp:cNvPr id="0" name=""/>
        <dsp:cNvSpPr/>
      </dsp:nvSpPr>
      <dsp:spPr>
        <a:xfrm>
          <a:off x="0" y="542933"/>
          <a:ext cx="4697730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Coarse global averages; limited regionalization and unclear data lineage.</a:t>
          </a:r>
        </a:p>
      </dsp:txBody>
      <dsp:txXfrm>
        <a:off x="40780" y="583713"/>
        <a:ext cx="4616170" cy="753819"/>
      </dsp:txXfrm>
    </dsp:sp>
    <dsp:sp modelId="{59F08BCD-49E4-4F29-86F6-3C3FB5874B47}">
      <dsp:nvSpPr>
        <dsp:cNvPr id="0" name=""/>
        <dsp:cNvSpPr/>
      </dsp:nvSpPr>
      <dsp:spPr>
        <a:xfrm>
          <a:off x="0" y="1438793"/>
          <a:ext cx="4697730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Missing blue/green/grey breakdown and absent scarcity characterization view.</a:t>
          </a:r>
        </a:p>
      </dsp:txBody>
      <dsp:txXfrm>
        <a:off x="40780" y="1479573"/>
        <a:ext cx="4616170" cy="753819"/>
      </dsp:txXfrm>
    </dsp:sp>
    <dsp:sp modelId="{BA9867C6-0A59-4EBE-9485-CC36B09903C2}">
      <dsp:nvSpPr>
        <dsp:cNvPr id="0" name=""/>
        <dsp:cNvSpPr/>
      </dsp:nvSpPr>
      <dsp:spPr>
        <a:xfrm>
          <a:off x="0" y="2334653"/>
          <a:ext cx="4697730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Weak provenance and transparency of assumptions and datasets.</a:t>
          </a:r>
        </a:p>
      </dsp:txBody>
      <dsp:txXfrm>
        <a:off x="40780" y="2375433"/>
        <a:ext cx="4616170" cy="753819"/>
      </dsp:txXfrm>
    </dsp:sp>
    <dsp:sp modelId="{BDB4B8CC-50EC-4611-8BB2-4690012E2BE3}">
      <dsp:nvSpPr>
        <dsp:cNvPr id="0" name=""/>
        <dsp:cNvSpPr/>
      </dsp:nvSpPr>
      <dsp:spPr>
        <a:xfrm>
          <a:off x="0" y="3230513"/>
          <a:ext cx="4697730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Limited local-language support; little or no scanning capability.</a:t>
          </a:r>
        </a:p>
      </dsp:txBody>
      <dsp:txXfrm>
        <a:off x="40780" y="3271293"/>
        <a:ext cx="4616170" cy="753819"/>
      </dsp:txXfrm>
    </dsp:sp>
    <dsp:sp modelId="{0121EE47-5808-44D3-918B-A2E38D2E196C}">
      <dsp:nvSpPr>
        <dsp:cNvPr id="0" name=""/>
        <dsp:cNvSpPr/>
      </dsp:nvSpPr>
      <dsp:spPr>
        <a:xfrm>
          <a:off x="0" y="4126374"/>
          <a:ext cx="4697730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Few actionable alternatives or “what-if” comparisons for users.</a:t>
          </a:r>
        </a:p>
      </dsp:txBody>
      <dsp:txXfrm>
        <a:off x="40780" y="4167154"/>
        <a:ext cx="4616170" cy="7538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6F911-D132-4FE0-95B6-72D9C16DE975}">
      <dsp:nvSpPr>
        <dsp:cNvPr id="0" name=""/>
        <dsp:cNvSpPr/>
      </dsp:nvSpPr>
      <dsp:spPr>
        <a:xfrm rot="5400000">
          <a:off x="2120397" y="-160632"/>
          <a:ext cx="2148118" cy="300654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WF_green: rainwater in soil used by crops.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WF_blue: surface/groundwater consumed (not returned same time/place/quality).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WF_grey: water needed to dilute pollutants to standards.</a:t>
          </a:r>
        </a:p>
      </dsp:txBody>
      <dsp:txXfrm rot="-5400000">
        <a:off x="1691183" y="373444"/>
        <a:ext cx="2901685" cy="1938394"/>
      </dsp:txXfrm>
    </dsp:sp>
    <dsp:sp modelId="{BC1CA766-F6BC-49AA-88FE-C11C07AFF71B}">
      <dsp:nvSpPr>
        <dsp:cNvPr id="0" name=""/>
        <dsp:cNvSpPr/>
      </dsp:nvSpPr>
      <dsp:spPr>
        <a:xfrm>
          <a:off x="0" y="67"/>
          <a:ext cx="1691182" cy="26851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Definitions:</a:t>
          </a:r>
        </a:p>
      </dsp:txBody>
      <dsp:txXfrm>
        <a:off x="82557" y="82624"/>
        <a:ext cx="1526068" cy="2520034"/>
      </dsp:txXfrm>
    </dsp:sp>
    <dsp:sp modelId="{6118E3A1-36C0-4450-9A7D-1D1ECA3B59EB}">
      <dsp:nvSpPr>
        <dsp:cNvPr id="0" name=""/>
        <dsp:cNvSpPr/>
      </dsp:nvSpPr>
      <dsp:spPr>
        <a:xfrm rot="5400000">
          <a:off x="2120397" y="2658773"/>
          <a:ext cx="2148118" cy="300654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WF_total = WF_blue + WF_green + WF_grey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WF_grey = pollutant load / (C_max − C_nat)</a:t>
          </a:r>
        </a:p>
      </dsp:txBody>
      <dsp:txXfrm rot="-5400000">
        <a:off x="1691183" y="3192849"/>
        <a:ext cx="2901685" cy="1938394"/>
      </dsp:txXfrm>
    </dsp:sp>
    <dsp:sp modelId="{E637208E-5EBE-4D1B-86F4-702B7799C98A}">
      <dsp:nvSpPr>
        <dsp:cNvPr id="0" name=""/>
        <dsp:cNvSpPr/>
      </dsp:nvSpPr>
      <dsp:spPr>
        <a:xfrm>
          <a:off x="0" y="2819472"/>
          <a:ext cx="1691182" cy="26851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Formulae:</a:t>
          </a:r>
        </a:p>
      </dsp:txBody>
      <dsp:txXfrm>
        <a:off x="82557" y="2902029"/>
        <a:ext cx="1526068" cy="25200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CB60B-042B-482A-B1EC-92B8FC484EF6}">
      <dsp:nvSpPr>
        <dsp:cNvPr id="0" name=""/>
        <dsp:cNvSpPr/>
      </dsp:nvSpPr>
      <dsp:spPr>
        <a:xfrm>
          <a:off x="573" y="515875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1) Map product → ingredients → processes.</a:t>
          </a:r>
        </a:p>
      </dsp:txBody>
      <dsp:txXfrm>
        <a:off x="573" y="515875"/>
        <a:ext cx="2236468" cy="1341880"/>
      </dsp:txXfrm>
    </dsp:sp>
    <dsp:sp modelId="{5362B4DA-8E6A-4A0A-BB25-290BA77399D6}">
      <dsp:nvSpPr>
        <dsp:cNvPr id="0" name=""/>
        <dsp:cNvSpPr/>
      </dsp:nvSpPr>
      <dsp:spPr>
        <a:xfrm>
          <a:off x="2460688" y="515875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2) Normalize recipe quantities to functional unit (per 100 g / per serving).</a:t>
          </a:r>
        </a:p>
      </dsp:txBody>
      <dsp:txXfrm>
        <a:off x="2460688" y="515875"/>
        <a:ext cx="2236468" cy="1341880"/>
      </dsp:txXfrm>
    </dsp:sp>
    <dsp:sp modelId="{E9B691A7-B755-4FE0-859C-D88EE7F16430}">
      <dsp:nvSpPr>
        <dsp:cNvPr id="0" name=""/>
        <dsp:cNvSpPr/>
      </dsp:nvSpPr>
      <dsp:spPr>
        <a:xfrm>
          <a:off x="573" y="2081403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3) Compute component sums (WF_blue / WF_green / WF_grey); add processing water if available.</a:t>
          </a:r>
        </a:p>
      </dsp:txBody>
      <dsp:txXfrm>
        <a:off x="573" y="2081403"/>
        <a:ext cx="2236468" cy="1341880"/>
      </dsp:txXfrm>
    </dsp:sp>
    <dsp:sp modelId="{86F7E33D-3137-4996-94C9-8E4B689A9EED}">
      <dsp:nvSpPr>
        <dsp:cNvPr id="0" name=""/>
        <dsp:cNvSpPr/>
      </dsp:nvSpPr>
      <dsp:spPr>
        <a:xfrm>
          <a:off x="2460688" y="2081403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4) Apply optional scarcity characterization using regional CFs (AWARE).</a:t>
          </a:r>
        </a:p>
      </dsp:txBody>
      <dsp:txXfrm>
        <a:off x="2460688" y="2081403"/>
        <a:ext cx="2236468" cy="1341880"/>
      </dsp:txXfrm>
    </dsp:sp>
    <dsp:sp modelId="{763170EE-CA9C-4DEF-8B3E-CDAC1683702B}">
      <dsp:nvSpPr>
        <dsp:cNvPr id="0" name=""/>
        <dsp:cNvSpPr/>
      </dsp:nvSpPr>
      <dsp:spPr>
        <a:xfrm>
          <a:off x="573" y="3646931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5) Explainability: charts, assumptions, data vintage, region, sources.</a:t>
          </a:r>
        </a:p>
      </dsp:txBody>
      <dsp:txXfrm>
        <a:off x="573" y="3646931"/>
        <a:ext cx="2236468" cy="1341880"/>
      </dsp:txXfrm>
    </dsp:sp>
    <dsp:sp modelId="{67F68CBE-3DB2-4BEF-8F30-8906596F8363}">
      <dsp:nvSpPr>
        <dsp:cNvPr id="0" name=""/>
        <dsp:cNvSpPr/>
      </dsp:nvSpPr>
      <dsp:spPr>
        <a:xfrm>
          <a:off x="2460688" y="3646931"/>
          <a:ext cx="2236468" cy="1341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6) Recommendations: lower-footprint alternatives with rationale.</a:t>
          </a:r>
        </a:p>
      </dsp:txBody>
      <dsp:txXfrm>
        <a:off x="2460688" y="3646931"/>
        <a:ext cx="2236468" cy="13418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8DE09-2A4D-422A-AFC8-A34BD476408C}">
      <dsp:nvSpPr>
        <dsp:cNvPr id="0" name=""/>
        <dsp:cNvSpPr/>
      </dsp:nvSpPr>
      <dsp:spPr>
        <a:xfrm>
          <a:off x="64665" y="139048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81174-7A1E-46AC-B6A8-A8CA1E132E66}">
      <dsp:nvSpPr>
        <dsp:cNvPr id="0" name=""/>
        <dsp:cNvSpPr/>
      </dsp:nvSpPr>
      <dsp:spPr>
        <a:xfrm>
          <a:off x="191673" y="266056"/>
          <a:ext cx="350784" cy="3507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75392-F236-47A3-8263-4C8DB1A562DF}">
      <dsp:nvSpPr>
        <dsp:cNvPr id="0" name=""/>
        <dsp:cNvSpPr/>
      </dsp:nvSpPr>
      <dsp:spPr>
        <a:xfrm>
          <a:off x="799065" y="139048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Auth &amp; Profiles — OAuth2/OIDC, saved items, privacy.</a:t>
          </a:r>
        </a:p>
      </dsp:txBody>
      <dsp:txXfrm>
        <a:off x="799065" y="139048"/>
        <a:ext cx="1425599" cy="604800"/>
      </dsp:txXfrm>
    </dsp:sp>
    <dsp:sp modelId="{D5D49FB6-3776-42CA-9E19-230B784A7DC8}">
      <dsp:nvSpPr>
        <dsp:cNvPr id="0" name=""/>
        <dsp:cNvSpPr/>
      </dsp:nvSpPr>
      <dsp:spPr>
        <a:xfrm>
          <a:off x="2473065" y="139048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E7DB3-3E2F-4639-97B9-4F56A0190E53}">
      <dsp:nvSpPr>
        <dsp:cNvPr id="0" name=""/>
        <dsp:cNvSpPr/>
      </dsp:nvSpPr>
      <dsp:spPr>
        <a:xfrm>
          <a:off x="2600073" y="266056"/>
          <a:ext cx="350784" cy="3507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FA902-15B3-4122-B06E-8229DEE7CFFD}">
      <dsp:nvSpPr>
        <dsp:cNvPr id="0" name=""/>
        <dsp:cNvSpPr/>
      </dsp:nvSpPr>
      <dsp:spPr>
        <a:xfrm>
          <a:off x="3207465" y="139048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Catalog &amp; Search — product taxonomy, filters, multilingual search.</a:t>
          </a:r>
        </a:p>
      </dsp:txBody>
      <dsp:txXfrm>
        <a:off x="3207465" y="139048"/>
        <a:ext cx="1425599" cy="604800"/>
      </dsp:txXfrm>
    </dsp:sp>
    <dsp:sp modelId="{0DB183A1-EEFF-4956-ABFD-04D3E4A6EE18}">
      <dsp:nvSpPr>
        <dsp:cNvPr id="0" name=""/>
        <dsp:cNvSpPr/>
      </dsp:nvSpPr>
      <dsp:spPr>
        <a:xfrm>
          <a:off x="64665" y="1679645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1E6A4-C24C-4BC0-BC96-91A050D7F1AF}">
      <dsp:nvSpPr>
        <dsp:cNvPr id="0" name=""/>
        <dsp:cNvSpPr/>
      </dsp:nvSpPr>
      <dsp:spPr>
        <a:xfrm>
          <a:off x="191673" y="1806653"/>
          <a:ext cx="350784" cy="3507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5C923-CD24-4628-89EF-6C73A06833BB}">
      <dsp:nvSpPr>
        <dsp:cNvPr id="0" name=""/>
        <dsp:cNvSpPr/>
      </dsp:nvSpPr>
      <dsp:spPr>
        <a:xfrm>
          <a:off x="799065" y="1679645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Scan &amp; Recognize — barcode decoding (ZXing) and optional image classifier.</a:t>
          </a:r>
        </a:p>
      </dsp:txBody>
      <dsp:txXfrm>
        <a:off x="799065" y="1679645"/>
        <a:ext cx="1425599" cy="604800"/>
      </dsp:txXfrm>
    </dsp:sp>
    <dsp:sp modelId="{CE69EDD3-D6CD-4588-8D2B-F64B8719CFC7}">
      <dsp:nvSpPr>
        <dsp:cNvPr id="0" name=""/>
        <dsp:cNvSpPr/>
      </dsp:nvSpPr>
      <dsp:spPr>
        <a:xfrm>
          <a:off x="2473065" y="1679645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AD3F4-1CA0-4120-8E0E-BD6D6E60F9B8}">
      <dsp:nvSpPr>
        <dsp:cNvPr id="0" name=""/>
        <dsp:cNvSpPr/>
      </dsp:nvSpPr>
      <dsp:spPr>
        <a:xfrm>
          <a:off x="2600073" y="1806653"/>
          <a:ext cx="350784" cy="3507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8AFE1-ACEA-424D-81D2-824CA30F403C}">
      <dsp:nvSpPr>
        <dsp:cNvPr id="0" name=""/>
        <dsp:cNvSpPr/>
      </dsp:nvSpPr>
      <dsp:spPr>
        <a:xfrm>
          <a:off x="3207465" y="1679645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Calculator Engine — ISO-aligned blue/green/grey computation with unit conversions and uncertainty flags.</a:t>
          </a:r>
        </a:p>
      </dsp:txBody>
      <dsp:txXfrm>
        <a:off x="3207465" y="1679645"/>
        <a:ext cx="1425599" cy="604800"/>
      </dsp:txXfrm>
    </dsp:sp>
    <dsp:sp modelId="{55575B16-264C-4370-AD3A-D38749EF793B}">
      <dsp:nvSpPr>
        <dsp:cNvPr id="0" name=""/>
        <dsp:cNvSpPr/>
      </dsp:nvSpPr>
      <dsp:spPr>
        <a:xfrm>
          <a:off x="64665" y="3220242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2A0B0-0045-48EA-B107-94B0B83CE7A7}">
      <dsp:nvSpPr>
        <dsp:cNvPr id="0" name=""/>
        <dsp:cNvSpPr/>
      </dsp:nvSpPr>
      <dsp:spPr>
        <a:xfrm>
          <a:off x="191673" y="3347250"/>
          <a:ext cx="350784" cy="3507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10EB0-D544-4563-934C-9A7DB2527031}">
      <dsp:nvSpPr>
        <dsp:cNvPr id="0" name=""/>
        <dsp:cNvSpPr/>
      </dsp:nvSpPr>
      <dsp:spPr>
        <a:xfrm>
          <a:off x="799065" y="3220242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Scarcity Characterization Plug-in — regional factors with safe fallbacks.</a:t>
          </a:r>
        </a:p>
      </dsp:txBody>
      <dsp:txXfrm>
        <a:off x="799065" y="3220242"/>
        <a:ext cx="1425599" cy="604800"/>
      </dsp:txXfrm>
    </dsp:sp>
    <dsp:sp modelId="{AB60E7C3-A2C0-4A89-BF57-C5116EC7AF46}">
      <dsp:nvSpPr>
        <dsp:cNvPr id="0" name=""/>
        <dsp:cNvSpPr/>
      </dsp:nvSpPr>
      <dsp:spPr>
        <a:xfrm>
          <a:off x="2473065" y="3220242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BC08D-EBCA-4961-857D-424E67CE845C}">
      <dsp:nvSpPr>
        <dsp:cNvPr id="0" name=""/>
        <dsp:cNvSpPr/>
      </dsp:nvSpPr>
      <dsp:spPr>
        <a:xfrm>
          <a:off x="2600073" y="3347250"/>
          <a:ext cx="350784" cy="35078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FF5EF-09D7-4B61-BA2C-98E32AB85A42}">
      <dsp:nvSpPr>
        <dsp:cNvPr id="0" name=""/>
        <dsp:cNvSpPr/>
      </dsp:nvSpPr>
      <dsp:spPr>
        <a:xfrm>
          <a:off x="3207465" y="3220242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Explainability &amp; Sources — charts, assumptions, dataset/version badges, glossary.</a:t>
          </a:r>
        </a:p>
      </dsp:txBody>
      <dsp:txXfrm>
        <a:off x="3207465" y="3220242"/>
        <a:ext cx="1425599" cy="604800"/>
      </dsp:txXfrm>
    </dsp:sp>
    <dsp:sp modelId="{1F93D895-2285-42E0-9FAF-B504FDE4EAAA}">
      <dsp:nvSpPr>
        <dsp:cNvPr id="0" name=""/>
        <dsp:cNvSpPr/>
      </dsp:nvSpPr>
      <dsp:spPr>
        <a:xfrm>
          <a:off x="64665" y="4760839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A893F-2598-4C10-8E06-B0F8C98C499F}">
      <dsp:nvSpPr>
        <dsp:cNvPr id="0" name=""/>
        <dsp:cNvSpPr/>
      </dsp:nvSpPr>
      <dsp:spPr>
        <a:xfrm>
          <a:off x="191673" y="4887847"/>
          <a:ext cx="350784" cy="35078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DF6E5-741D-4992-B995-96549A4FA900}">
      <dsp:nvSpPr>
        <dsp:cNvPr id="0" name=""/>
        <dsp:cNvSpPr/>
      </dsp:nvSpPr>
      <dsp:spPr>
        <a:xfrm>
          <a:off x="799065" y="4760839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Recommendations — lower-footprint alternatives and serving-size comparisons.</a:t>
          </a:r>
        </a:p>
      </dsp:txBody>
      <dsp:txXfrm>
        <a:off x="799065" y="4760839"/>
        <a:ext cx="1425599" cy="604800"/>
      </dsp:txXfrm>
    </dsp:sp>
    <dsp:sp modelId="{5F97F890-784F-4871-A1C7-A3AA4C1C7FF6}">
      <dsp:nvSpPr>
        <dsp:cNvPr id="0" name=""/>
        <dsp:cNvSpPr/>
      </dsp:nvSpPr>
      <dsp:spPr>
        <a:xfrm>
          <a:off x="2473065" y="4760839"/>
          <a:ext cx="604800" cy="6048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B6B83-7D00-4DDA-A4A1-FBC3145C4898}">
      <dsp:nvSpPr>
        <dsp:cNvPr id="0" name=""/>
        <dsp:cNvSpPr/>
      </dsp:nvSpPr>
      <dsp:spPr>
        <a:xfrm>
          <a:off x="2600073" y="4887847"/>
          <a:ext cx="350784" cy="35078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B8E08-84C1-4084-B0B3-077E4B2F4D19}">
      <dsp:nvSpPr>
        <dsp:cNvPr id="0" name=""/>
        <dsp:cNvSpPr/>
      </dsp:nvSpPr>
      <dsp:spPr>
        <a:xfrm>
          <a:off x="3207465" y="4760839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Admin &amp; ETL — dataset imports, product→ingredient mapping, review workflow.</a:t>
          </a:r>
        </a:p>
      </dsp:txBody>
      <dsp:txXfrm>
        <a:off x="3207465" y="4760839"/>
        <a:ext cx="1425599" cy="6048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6DCC1-3E71-4FA0-8031-6A43A7164DE4}">
      <dsp:nvSpPr>
        <dsp:cNvPr id="0" name=""/>
        <dsp:cNvSpPr/>
      </dsp:nvSpPr>
      <dsp:spPr>
        <a:xfrm>
          <a:off x="210113" y="2520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Frontend: React 18, TypeScript, Vite/Next, React Query, react-i18next, Chart.js/D3, </a:t>
          </a:r>
          <a:r>
            <a:rPr lang="en-US" sz="1400" kern="1200" dirty="0" err="1"/>
            <a:t>TailwindCSS</a:t>
          </a:r>
          <a:r>
            <a:rPr lang="en-US" sz="1400" kern="1200" dirty="0"/>
            <a:t>.</a:t>
          </a:r>
        </a:p>
      </dsp:txBody>
      <dsp:txXfrm>
        <a:off x="210113" y="2520"/>
        <a:ext cx="2036906" cy="1222143"/>
      </dsp:txXfrm>
    </dsp:sp>
    <dsp:sp modelId="{8D67705A-EA29-4DB1-BEE0-FFE67A8537BB}">
      <dsp:nvSpPr>
        <dsp:cNvPr id="0" name=""/>
        <dsp:cNvSpPr/>
      </dsp:nvSpPr>
      <dsp:spPr>
        <a:xfrm>
          <a:off x="2450710" y="2520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Backend: Node.js (NestJS/Express) for calc/admin APIs; FastAPI/Python for optional CV service.</a:t>
          </a:r>
        </a:p>
      </dsp:txBody>
      <dsp:txXfrm>
        <a:off x="2450710" y="2520"/>
        <a:ext cx="2036906" cy="1222143"/>
      </dsp:txXfrm>
    </dsp:sp>
    <dsp:sp modelId="{B6C77228-CB81-4109-9A34-1ED52F99EC15}">
      <dsp:nvSpPr>
        <dsp:cNvPr id="0" name=""/>
        <dsp:cNvSpPr/>
      </dsp:nvSpPr>
      <dsp:spPr>
        <a:xfrm>
          <a:off x="210113" y="1428354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Data: PostgreSQL 15 (primary store), Redis 7 (cache).</a:t>
          </a:r>
        </a:p>
      </dsp:txBody>
      <dsp:txXfrm>
        <a:off x="210113" y="1428354"/>
        <a:ext cx="2036906" cy="1222143"/>
      </dsp:txXfrm>
    </dsp:sp>
    <dsp:sp modelId="{DB45FF72-93D0-4081-9DC1-428A1D24E1DE}">
      <dsp:nvSpPr>
        <dsp:cNvPr id="0" name=""/>
        <dsp:cNvSpPr/>
      </dsp:nvSpPr>
      <dsp:spPr>
        <a:xfrm>
          <a:off x="2450710" y="1428354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ETL/Orchestration: Python + Pandas, Airflow/Prefect.</a:t>
          </a:r>
        </a:p>
      </dsp:txBody>
      <dsp:txXfrm>
        <a:off x="2450710" y="1428354"/>
        <a:ext cx="2036906" cy="1222143"/>
      </dsp:txXfrm>
    </dsp:sp>
    <dsp:sp modelId="{84E2393B-86CC-4153-88D3-20E2DE8ACC3A}">
      <dsp:nvSpPr>
        <dsp:cNvPr id="0" name=""/>
        <dsp:cNvSpPr/>
      </dsp:nvSpPr>
      <dsp:spPr>
        <a:xfrm>
          <a:off x="210113" y="2854189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AI/CV: PyTorch/TensorFlow Lite; ZXing for barcode.</a:t>
          </a:r>
        </a:p>
      </dsp:txBody>
      <dsp:txXfrm>
        <a:off x="210113" y="2854189"/>
        <a:ext cx="2036906" cy="1222143"/>
      </dsp:txXfrm>
    </dsp:sp>
    <dsp:sp modelId="{6D3CA48B-2296-446D-BFB4-6D7C684DB135}">
      <dsp:nvSpPr>
        <dsp:cNvPr id="0" name=""/>
        <dsp:cNvSpPr/>
      </dsp:nvSpPr>
      <dsp:spPr>
        <a:xfrm>
          <a:off x="2450710" y="2854189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Security: OAuth2/OIDC (Keycloak/Cognito), JWT; rate limiting; OpenAPI/Swagger.</a:t>
          </a:r>
        </a:p>
      </dsp:txBody>
      <dsp:txXfrm>
        <a:off x="2450710" y="2854189"/>
        <a:ext cx="2036906" cy="1222143"/>
      </dsp:txXfrm>
    </dsp:sp>
    <dsp:sp modelId="{EE668418-C499-4618-8C93-5368F689ED71}">
      <dsp:nvSpPr>
        <dsp:cNvPr id="0" name=""/>
        <dsp:cNvSpPr/>
      </dsp:nvSpPr>
      <dsp:spPr>
        <a:xfrm>
          <a:off x="210113" y="4280023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DevOps: Docker, docker-compose, GitHub Actions (CI/CD), Jest/PyTest, ESLint/Prettier, ruff/mypy.</a:t>
          </a:r>
        </a:p>
      </dsp:txBody>
      <dsp:txXfrm>
        <a:off x="210113" y="4280023"/>
        <a:ext cx="2036906" cy="1222143"/>
      </dsp:txXfrm>
    </dsp:sp>
    <dsp:sp modelId="{5F29A9AE-E111-443E-BEF1-94F93EA63418}">
      <dsp:nvSpPr>
        <dsp:cNvPr id="0" name=""/>
        <dsp:cNvSpPr/>
      </dsp:nvSpPr>
      <dsp:spPr>
        <a:xfrm>
          <a:off x="2450710" y="4280023"/>
          <a:ext cx="2036906" cy="12221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Observability: Sentry or OpenTelemetry + ELK.</a:t>
          </a:r>
        </a:p>
      </dsp:txBody>
      <dsp:txXfrm>
        <a:off x="2450710" y="4280023"/>
        <a:ext cx="2036906" cy="12221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63E47-6884-46D6-9361-1F1091B64251}">
      <dsp:nvSpPr>
        <dsp:cNvPr id="0" name=""/>
        <dsp:cNvSpPr/>
      </dsp:nvSpPr>
      <dsp:spPr>
        <a:xfrm>
          <a:off x="0" y="287783"/>
          <a:ext cx="4697730" cy="242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Minimum (per developer): 4‑core CPU; 16 GB RAM; 256 GB SSD; no GPU required; Windows/macOS/Linux; stable broadband.</a:t>
          </a:r>
        </a:p>
      </dsp:txBody>
      <dsp:txXfrm>
        <a:off x="118342" y="406125"/>
        <a:ext cx="4461046" cy="2187556"/>
      </dsp:txXfrm>
    </dsp:sp>
    <dsp:sp modelId="{94BD0CA6-20AE-42B0-B3A5-B715933C39EA}">
      <dsp:nvSpPr>
        <dsp:cNvPr id="0" name=""/>
        <dsp:cNvSpPr/>
      </dsp:nvSpPr>
      <dsp:spPr>
        <a:xfrm>
          <a:off x="0" y="2792663"/>
          <a:ext cx="4697730" cy="242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Recommended: 6–8 cores; 32 GB RAM; 512 GB NVMe SSD; optional GPU only for local model training.</a:t>
          </a:r>
        </a:p>
      </dsp:txBody>
      <dsp:txXfrm>
        <a:off x="118342" y="2911005"/>
        <a:ext cx="4461046" cy="218755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13DA0-DF3D-4D34-87FE-38DF0FC639FB}">
      <dsp:nvSpPr>
        <dsp:cNvPr id="0" name=""/>
        <dsp:cNvSpPr/>
      </dsp:nvSpPr>
      <dsp:spPr>
        <a:xfrm>
          <a:off x="4065" y="59880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1–2: Literature &amp; Data Audit — scope, dataset shortlist, schema, glossary.</a:t>
          </a:r>
        </a:p>
      </dsp:txBody>
      <dsp:txXfrm>
        <a:off x="25418" y="620158"/>
        <a:ext cx="1172373" cy="686341"/>
      </dsp:txXfrm>
    </dsp:sp>
    <dsp:sp modelId="{98E470DF-0B60-4C18-B8BB-2FAF14247823}">
      <dsp:nvSpPr>
        <dsp:cNvPr id="0" name=""/>
        <dsp:cNvSpPr/>
      </dsp:nvSpPr>
      <dsp:spPr>
        <a:xfrm>
          <a:off x="1326072" y="81265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326072" y="872927"/>
        <a:ext cx="180317" cy="180803"/>
      </dsp:txXfrm>
    </dsp:sp>
    <dsp:sp modelId="{2D999321-DDCE-4412-AED9-20329E020729}">
      <dsp:nvSpPr>
        <dsp:cNvPr id="0" name=""/>
        <dsp:cNvSpPr/>
      </dsp:nvSpPr>
      <dsp:spPr>
        <a:xfrm>
          <a:off x="1705177" y="59880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2–3: Architecture &amp; Dev Setup — repos, Docker, CI, React shell, API skeleton, DB migrations.</a:t>
          </a:r>
        </a:p>
      </dsp:txBody>
      <dsp:txXfrm>
        <a:off x="1726530" y="620158"/>
        <a:ext cx="1172373" cy="686341"/>
      </dsp:txXfrm>
    </dsp:sp>
    <dsp:sp modelId="{16A4DB99-A15F-44EE-84F2-714D1F0397A0}">
      <dsp:nvSpPr>
        <dsp:cNvPr id="0" name=""/>
        <dsp:cNvSpPr/>
      </dsp:nvSpPr>
      <dsp:spPr>
        <a:xfrm>
          <a:off x="3027183" y="81265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27183" y="872927"/>
        <a:ext cx="180317" cy="180803"/>
      </dsp:txXfrm>
    </dsp:sp>
    <dsp:sp modelId="{D8F524B2-B5E0-4A82-A06E-2C5E0EB021B2}">
      <dsp:nvSpPr>
        <dsp:cNvPr id="0" name=""/>
        <dsp:cNvSpPr/>
      </dsp:nvSpPr>
      <dsp:spPr>
        <a:xfrm>
          <a:off x="3406288" y="59880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3–4: ETL v1 — ingest &amp; normalize; validation; versioning baseline.</a:t>
          </a:r>
        </a:p>
      </dsp:txBody>
      <dsp:txXfrm>
        <a:off x="3427641" y="620158"/>
        <a:ext cx="1172373" cy="686341"/>
      </dsp:txXfrm>
    </dsp:sp>
    <dsp:sp modelId="{41A6DF16-496A-45BE-974A-4B1EE985F677}">
      <dsp:nvSpPr>
        <dsp:cNvPr id="0" name=""/>
        <dsp:cNvSpPr/>
      </dsp:nvSpPr>
      <dsp:spPr>
        <a:xfrm rot="5400000">
          <a:off x="3885030" y="1412908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3923427" y="1434780"/>
        <a:ext cx="180803" cy="180317"/>
      </dsp:txXfrm>
    </dsp:sp>
    <dsp:sp modelId="{0E4E3DC4-AAFA-405E-B7BA-2CDC20AA193B}">
      <dsp:nvSpPr>
        <dsp:cNvPr id="0" name=""/>
        <dsp:cNvSpPr/>
      </dsp:nvSpPr>
      <dsp:spPr>
        <a:xfrm>
          <a:off x="3406288" y="181388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4–6: Calculator Engine — component computation; Redis caching; tests; OpenAPI docs.</a:t>
          </a:r>
        </a:p>
      </dsp:txBody>
      <dsp:txXfrm>
        <a:off x="3427641" y="1835238"/>
        <a:ext cx="1172373" cy="686341"/>
      </dsp:txXfrm>
    </dsp:sp>
    <dsp:sp modelId="{DA6E800C-EA4E-450C-B9D4-440A3A62A1AD}">
      <dsp:nvSpPr>
        <dsp:cNvPr id="0" name=""/>
        <dsp:cNvSpPr/>
      </dsp:nvSpPr>
      <dsp:spPr>
        <a:xfrm rot="10800000">
          <a:off x="3041764" y="202773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3119043" y="2088007"/>
        <a:ext cx="180317" cy="180803"/>
      </dsp:txXfrm>
    </dsp:sp>
    <dsp:sp modelId="{48412E71-8C94-4A80-A13A-2567AD0248FA}">
      <dsp:nvSpPr>
        <dsp:cNvPr id="0" name=""/>
        <dsp:cNvSpPr/>
      </dsp:nvSpPr>
      <dsp:spPr>
        <a:xfrm>
          <a:off x="1705177" y="181388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5–7: Search &amp; Scan MVP — catalog search; barcode decode; image classification prototype.</a:t>
          </a:r>
        </a:p>
      </dsp:txBody>
      <dsp:txXfrm>
        <a:off x="1726530" y="1835238"/>
        <a:ext cx="1172373" cy="686341"/>
      </dsp:txXfrm>
    </dsp:sp>
    <dsp:sp modelId="{90DE4C2C-F756-4308-B57E-DF876D42B772}">
      <dsp:nvSpPr>
        <dsp:cNvPr id="0" name=""/>
        <dsp:cNvSpPr/>
      </dsp:nvSpPr>
      <dsp:spPr>
        <a:xfrm rot="10800000">
          <a:off x="1340653" y="202773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1417932" y="2088007"/>
        <a:ext cx="180317" cy="180803"/>
      </dsp:txXfrm>
    </dsp:sp>
    <dsp:sp modelId="{0DA2B767-F7C1-4286-9CED-9D7D715B3442}">
      <dsp:nvSpPr>
        <dsp:cNvPr id="0" name=""/>
        <dsp:cNvSpPr/>
      </dsp:nvSpPr>
      <dsp:spPr>
        <a:xfrm>
          <a:off x="4065" y="1813885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6–8: Explainability UI — product detail, charts, assumptions/sources; accessibility review.</a:t>
          </a:r>
        </a:p>
      </dsp:txBody>
      <dsp:txXfrm>
        <a:off x="25418" y="1835238"/>
        <a:ext cx="1172373" cy="686341"/>
      </dsp:txXfrm>
    </dsp:sp>
    <dsp:sp modelId="{4DA84AAE-51E7-456C-9677-22F33616E7AC}">
      <dsp:nvSpPr>
        <dsp:cNvPr id="0" name=""/>
        <dsp:cNvSpPr/>
      </dsp:nvSpPr>
      <dsp:spPr>
        <a:xfrm rot="5400000">
          <a:off x="482806" y="2627988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521203" y="2649860"/>
        <a:ext cx="180803" cy="180317"/>
      </dsp:txXfrm>
    </dsp:sp>
    <dsp:sp modelId="{3C6B9BF9-DE71-4412-B958-CBAE0D141077}">
      <dsp:nvSpPr>
        <dsp:cNvPr id="0" name=""/>
        <dsp:cNvSpPr/>
      </dsp:nvSpPr>
      <dsp:spPr>
        <a:xfrm>
          <a:off x="4065" y="3028964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7–9: Localization — i18n pipeline; add two Indian languages.</a:t>
          </a:r>
        </a:p>
      </dsp:txBody>
      <dsp:txXfrm>
        <a:off x="25418" y="3050317"/>
        <a:ext cx="1172373" cy="686341"/>
      </dsp:txXfrm>
    </dsp:sp>
    <dsp:sp modelId="{BA869798-59D1-4A05-A184-9C71031D6273}">
      <dsp:nvSpPr>
        <dsp:cNvPr id="0" name=""/>
        <dsp:cNvSpPr/>
      </dsp:nvSpPr>
      <dsp:spPr>
        <a:xfrm>
          <a:off x="1326072" y="324281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326072" y="3303087"/>
        <a:ext cx="180317" cy="180803"/>
      </dsp:txXfrm>
    </dsp:sp>
    <dsp:sp modelId="{13834B8E-EBA6-48B1-A114-7AC505E954B9}">
      <dsp:nvSpPr>
        <dsp:cNvPr id="0" name=""/>
        <dsp:cNvSpPr/>
      </dsp:nvSpPr>
      <dsp:spPr>
        <a:xfrm>
          <a:off x="1705177" y="3028964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8–9: Recommendations — alternatives &amp; per‑serving comparisons.</a:t>
          </a:r>
        </a:p>
      </dsp:txBody>
      <dsp:txXfrm>
        <a:off x="1726530" y="3050317"/>
        <a:ext cx="1172373" cy="686341"/>
      </dsp:txXfrm>
    </dsp:sp>
    <dsp:sp modelId="{6EE9C49D-E71A-46BD-91E4-9539F0E5D043}">
      <dsp:nvSpPr>
        <dsp:cNvPr id="0" name=""/>
        <dsp:cNvSpPr/>
      </dsp:nvSpPr>
      <dsp:spPr>
        <a:xfrm>
          <a:off x="3027183" y="3242819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27183" y="3303087"/>
        <a:ext cx="180317" cy="180803"/>
      </dsp:txXfrm>
    </dsp:sp>
    <dsp:sp modelId="{2FCCDC97-DD42-44E0-B4FE-D4EA319968B0}">
      <dsp:nvSpPr>
        <dsp:cNvPr id="0" name=""/>
        <dsp:cNvSpPr/>
      </dsp:nvSpPr>
      <dsp:spPr>
        <a:xfrm>
          <a:off x="3406288" y="3028964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9–10: Admin &amp; Governance — dataset import UI, mapping tool, version badges, optional hash snapshots.</a:t>
          </a:r>
        </a:p>
      </dsp:txBody>
      <dsp:txXfrm>
        <a:off x="3427641" y="3050317"/>
        <a:ext cx="1172373" cy="686341"/>
      </dsp:txXfrm>
    </dsp:sp>
    <dsp:sp modelId="{5BF54FD8-4C42-400B-9BFD-77BE1AF2F93B}">
      <dsp:nvSpPr>
        <dsp:cNvPr id="0" name=""/>
        <dsp:cNvSpPr/>
      </dsp:nvSpPr>
      <dsp:spPr>
        <a:xfrm rot="5400000">
          <a:off x="3885030" y="3843068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3923427" y="3864940"/>
        <a:ext cx="180803" cy="180317"/>
      </dsp:txXfrm>
    </dsp:sp>
    <dsp:sp modelId="{AB9D9214-1C59-43CE-8845-04F3FBC5BD18}">
      <dsp:nvSpPr>
        <dsp:cNvPr id="0" name=""/>
        <dsp:cNvSpPr/>
      </dsp:nvSpPr>
      <dsp:spPr>
        <a:xfrm>
          <a:off x="3406288" y="4244044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Weeks 10–11: Performance/QA/Security — latency checks; auth hardening; integration tests.</a:t>
          </a:r>
        </a:p>
      </dsp:txBody>
      <dsp:txXfrm>
        <a:off x="3427641" y="4265397"/>
        <a:ext cx="1172373" cy="686341"/>
      </dsp:txXfrm>
    </dsp:sp>
    <dsp:sp modelId="{372F3A02-41FB-4C49-8FF9-C10AC3728D11}">
      <dsp:nvSpPr>
        <dsp:cNvPr id="0" name=""/>
        <dsp:cNvSpPr/>
      </dsp:nvSpPr>
      <dsp:spPr>
        <a:xfrm rot="10800000">
          <a:off x="3041764" y="4457898"/>
          <a:ext cx="257596" cy="30133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3119043" y="4518166"/>
        <a:ext cx="180317" cy="180803"/>
      </dsp:txXfrm>
    </dsp:sp>
    <dsp:sp modelId="{6AD9179B-041D-4A9A-9107-AF537025D636}">
      <dsp:nvSpPr>
        <dsp:cNvPr id="0" name=""/>
        <dsp:cNvSpPr/>
      </dsp:nvSpPr>
      <dsp:spPr>
        <a:xfrm>
          <a:off x="1705177" y="4244044"/>
          <a:ext cx="1215079" cy="7290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Week 12: Finalization — deployed demo; user manual; final report &amp; presentation.</a:t>
          </a:r>
        </a:p>
      </dsp:txBody>
      <dsp:txXfrm>
        <a:off x="1726530" y="4265397"/>
        <a:ext cx="1172373" cy="6863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D77FC2-1314-4B0C-BAA0-914647F47778}">
      <dsp:nvSpPr>
        <dsp:cNvPr id="0" name=""/>
        <dsp:cNvSpPr/>
      </dsp:nvSpPr>
      <dsp:spPr>
        <a:xfrm>
          <a:off x="634998" y="544326"/>
          <a:ext cx="929197" cy="929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33B74-29FA-4C43-8A0C-49E2E500A6C6}">
      <dsp:nvSpPr>
        <dsp:cNvPr id="0" name=""/>
        <dsp:cNvSpPr/>
      </dsp:nvSpPr>
      <dsp:spPr>
        <a:xfrm>
          <a:off x="67155" y="1807838"/>
          <a:ext cx="20648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Performance: p95 latency ≤ 1.5 s after cache warm-up.</a:t>
          </a:r>
        </a:p>
      </dsp:txBody>
      <dsp:txXfrm>
        <a:off x="67155" y="1807838"/>
        <a:ext cx="2064884" cy="720000"/>
      </dsp:txXfrm>
    </dsp:sp>
    <dsp:sp modelId="{F3F37B49-F7D3-4899-8C19-DCB5B678DEF8}">
      <dsp:nvSpPr>
        <dsp:cNvPr id="0" name=""/>
        <dsp:cNvSpPr/>
      </dsp:nvSpPr>
      <dsp:spPr>
        <a:xfrm>
          <a:off x="3061237" y="544326"/>
          <a:ext cx="929197" cy="929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07AF2-5A54-4206-A2D4-CACC8D2B613C}">
      <dsp:nvSpPr>
        <dsp:cNvPr id="0" name=""/>
        <dsp:cNvSpPr/>
      </dsp:nvSpPr>
      <dsp:spPr>
        <a:xfrm>
          <a:off x="2493394" y="1807838"/>
          <a:ext cx="20648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Coverage: ≥ 95% items display sources; ≥ 70% unit/integration test coverage.</a:t>
          </a:r>
        </a:p>
      </dsp:txBody>
      <dsp:txXfrm>
        <a:off x="2493394" y="1807838"/>
        <a:ext cx="2064884" cy="720000"/>
      </dsp:txXfrm>
    </dsp:sp>
    <dsp:sp modelId="{028A01BA-98C6-48FC-9915-C1A05AD18FBE}">
      <dsp:nvSpPr>
        <dsp:cNvPr id="0" name=""/>
        <dsp:cNvSpPr/>
      </dsp:nvSpPr>
      <dsp:spPr>
        <a:xfrm>
          <a:off x="634998" y="3044059"/>
          <a:ext cx="929197" cy="929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5682D-F06D-42C4-9134-42EE85AC062E}">
      <dsp:nvSpPr>
        <dsp:cNvPr id="0" name=""/>
        <dsp:cNvSpPr/>
      </dsp:nvSpPr>
      <dsp:spPr>
        <a:xfrm>
          <a:off x="67155" y="4307571"/>
          <a:ext cx="20648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Localization: ≥ 2 languages at launch; accessibility checks (WCAG-friendly).</a:t>
          </a:r>
        </a:p>
      </dsp:txBody>
      <dsp:txXfrm>
        <a:off x="67155" y="4307571"/>
        <a:ext cx="2064884" cy="720000"/>
      </dsp:txXfrm>
    </dsp:sp>
    <dsp:sp modelId="{1E1D0858-3533-4B29-8DC4-8A4AEE5173DB}">
      <dsp:nvSpPr>
        <dsp:cNvPr id="0" name=""/>
        <dsp:cNvSpPr/>
      </dsp:nvSpPr>
      <dsp:spPr>
        <a:xfrm>
          <a:off x="3061237" y="3044059"/>
          <a:ext cx="929197" cy="929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E79A1-B29F-4B5F-BDB3-1362BDD741BA}">
      <dsp:nvSpPr>
        <dsp:cNvPr id="0" name=""/>
        <dsp:cNvSpPr/>
      </dsp:nvSpPr>
      <dsp:spPr>
        <a:xfrm>
          <a:off x="2493394" y="4307571"/>
          <a:ext cx="20648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Usability: SUS ≥ 75 on pilot cohort.</a:t>
          </a:r>
        </a:p>
      </dsp:txBody>
      <dsp:txXfrm>
        <a:off x="2493394" y="4307571"/>
        <a:ext cx="2064884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23AE6-9B9C-4EE1-90C1-D29BE232B119}">
      <dsp:nvSpPr>
        <dsp:cNvPr id="0" name=""/>
        <dsp:cNvSpPr/>
      </dsp:nvSpPr>
      <dsp:spPr>
        <a:xfrm>
          <a:off x="499906" y="116056"/>
          <a:ext cx="1263713" cy="126371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EFF20-70FB-4EAA-9A20-63ED8A9CD95F}">
      <dsp:nvSpPr>
        <dsp:cNvPr id="0" name=""/>
        <dsp:cNvSpPr/>
      </dsp:nvSpPr>
      <dsp:spPr>
        <a:xfrm>
          <a:off x="769222" y="385372"/>
          <a:ext cx="725081" cy="725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CAD19-B225-4523-8BB5-1D72222B7FA5}">
      <dsp:nvSpPr>
        <dsp:cNvPr id="0" name=""/>
        <dsp:cNvSpPr/>
      </dsp:nvSpPr>
      <dsp:spPr>
        <a:xfrm>
          <a:off x="95932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Data gaps / proxies — Use nearest-region proxies with uncertainty badges; prioritize India-specific datasets.</a:t>
          </a:r>
        </a:p>
      </dsp:txBody>
      <dsp:txXfrm>
        <a:off x="95932" y="1773386"/>
        <a:ext cx="2071662" cy="720000"/>
      </dsp:txXfrm>
    </dsp:sp>
    <dsp:sp modelId="{21D8F1D9-047B-49E4-9750-D0234AA6707E}">
      <dsp:nvSpPr>
        <dsp:cNvPr id="0" name=""/>
        <dsp:cNvSpPr/>
      </dsp:nvSpPr>
      <dsp:spPr>
        <a:xfrm>
          <a:off x="2934109" y="116056"/>
          <a:ext cx="1263713" cy="126371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3AB8A-7B92-4E90-8BF7-726C2953151F}">
      <dsp:nvSpPr>
        <dsp:cNvPr id="0" name=""/>
        <dsp:cNvSpPr/>
      </dsp:nvSpPr>
      <dsp:spPr>
        <a:xfrm>
          <a:off x="3203425" y="385372"/>
          <a:ext cx="725081" cy="725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CD9DC-1FAE-4AFE-B910-CF4469FEB761}">
      <dsp:nvSpPr>
        <dsp:cNvPr id="0" name=""/>
        <dsp:cNvSpPr/>
      </dsp:nvSpPr>
      <dsp:spPr>
        <a:xfrm>
          <a:off x="2530135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User confusion (liters vs scarcity) — Dual view + tooltips + glossary.</a:t>
          </a:r>
        </a:p>
      </dsp:txBody>
      <dsp:txXfrm>
        <a:off x="2530135" y="1773386"/>
        <a:ext cx="2071662" cy="720000"/>
      </dsp:txXfrm>
    </dsp:sp>
    <dsp:sp modelId="{803E12D6-33C0-4297-9791-238DA8955D85}">
      <dsp:nvSpPr>
        <dsp:cNvPr id="0" name=""/>
        <dsp:cNvSpPr/>
      </dsp:nvSpPr>
      <dsp:spPr>
        <a:xfrm>
          <a:off x="499906" y="3011301"/>
          <a:ext cx="1263713" cy="126371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767BA-1CE1-4B5A-97A2-722B06849264}">
      <dsp:nvSpPr>
        <dsp:cNvPr id="0" name=""/>
        <dsp:cNvSpPr/>
      </dsp:nvSpPr>
      <dsp:spPr>
        <a:xfrm>
          <a:off x="769222" y="3280617"/>
          <a:ext cx="725081" cy="725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EFA3A-9312-440F-BC1B-1FEC0770D3D5}">
      <dsp:nvSpPr>
        <dsp:cNvPr id="0" name=""/>
        <dsp:cNvSpPr/>
      </dsp:nvSpPr>
      <dsp:spPr>
        <a:xfrm>
          <a:off x="95932" y="4668631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Methodological debates (allocation rules) — Document choices; provide toggles where feasible.</a:t>
          </a:r>
        </a:p>
      </dsp:txBody>
      <dsp:txXfrm>
        <a:off x="95932" y="4668631"/>
        <a:ext cx="2071662" cy="720000"/>
      </dsp:txXfrm>
    </dsp:sp>
    <dsp:sp modelId="{71B34C1B-61B1-40FA-8DBF-860431D5B86A}">
      <dsp:nvSpPr>
        <dsp:cNvPr id="0" name=""/>
        <dsp:cNvSpPr/>
      </dsp:nvSpPr>
      <dsp:spPr>
        <a:xfrm>
          <a:off x="2934109" y="3011301"/>
          <a:ext cx="1263713" cy="126371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EF905-5E43-4D9C-8B9D-7197B127EE64}">
      <dsp:nvSpPr>
        <dsp:cNvPr id="0" name=""/>
        <dsp:cNvSpPr/>
      </dsp:nvSpPr>
      <dsp:spPr>
        <a:xfrm>
          <a:off x="3203425" y="3280617"/>
          <a:ext cx="725081" cy="7250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F7293-165D-41A5-8150-16D506CF4590}">
      <dsp:nvSpPr>
        <dsp:cNvPr id="0" name=""/>
        <dsp:cNvSpPr/>
      </dsp:nvSpPr>
      <dsp:spPr>
        <a:xfrm>
          <a:off x="2530135" y="4668631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Performance &amp; cold starts — Redis caching; pre-compute common SKUs; CDN for assets.</a:t>
          </a:r>
        </a:p>
      </dsp:txBody>
      <dsp:txXfrm>
        <a:off x="2530135" y="4668631"/>
        <a:ext cx="207166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6F3FCF-5A76-4527-BCC7-2388F068088A}">
      <dsp:nvSpPr>
        <dsp:cNvPr id="0" name=""/>
        <dsp:cNvSpPr/>
      </dsp:nvSpPr>
      <dsp:spPr>
        <a:xfrm>
          <a:off x="0" y="447488"/>
          <a:ext cx="4697730" cy="1484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Add more non-food categories and finer regionalization (state/catchment).</a:t>
          </a:r>
        </a:p>
      </dsp:txBody>
      <dsp:txXfrm>
        <a:off x="72479" y="519967"/>
        <a:ext cx="4552772" cy="1339772"/>
      </dsp:txXfrm>
    </dsp:sp>
    <dsp:sp modelId="{89FF14C6-57F0-432A-9C36-0B1429289BCD}">
      <dsp:nvSpPr>
        <dsp:cNvPr id="0" name=""/>
        <dsp:cNvSpPr/>
      </dsp:nvSpPr>
      <dsp:spPr>
        <a:xfrm>
          <a:off x="0" y="2009978"/>
          <a:ext cx="4697730" cy="1484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Crowdsourced validations with moderation and data quality checks.</a:t>
          </a:r>
        </a:p>
      </dsp:txBody>
      <dsp:txXfrm>
        <a:off x="72479" y="2082457"/>
        <a:ext cx="4552772" cy="1339772"/>
      </dsp:txXfrm>
    </dsp:sp>
    <dsp:sp modelId="{9C015308-975E-433E-8CE9-065510ED3B55}">
      <dsp:nvSpPr>
        <dsp:cNvPr id="0" name=""/>
        <dsp:cNvSpPr/>
      </dsp:nvSpPr>
      <dsp:spPr>
        <a:xfrm>
          <a:off x="0" y="3572469"/>
          <a:ext cx="4697730" cy="1484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"/>
              <a:ea typeface="+mn-ea"/>
              <a:cs typeface="+mn-cs"/>
            </a:rPr>
            <a:t>Open APIs for research/education; classroom packs and exportable charts.</a:t>
          </a:r>
          <a:endParaRPr lang="en-US" sz="2600" kern="1200" dirty="0">
            <a:latin typeface="Calibri"/>
            <a:ea typeface="+mn-ea"/>
            <a:cs typeface="+mn-cs"/>
          </a:endParaRPr>
        </a:p>
      </dsp:txBody>
      <dsp:txXfrm>
        <a:off x="72479" y="3644948"/>
        <a:ext cx="4552772" cy="133977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34961-6EE9-4AD4-BC50-650576DD5F95}">
      <dsp:nvSpPr>
        <dsp:cNvPr id="0" name=""/>
        <dsp:cNvSpPr/>
      </dsp:nvSpPr>
      <dsp:spPr>
        <a:xfrm>
          <a:off x="0" y="532853"/>
          <a:ext cx="469773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credible, transparent, and fast React-based platform for water-footprint awareness.</a:t>
          </a:r>
        </a:p>
      </dsp:txBody>
      <dsp:txXfrm>
        <a:off x="69794" y="602647"/>
        <a:ext cx="4558142" cy="1290152"/>
      </dsp:txXfrm>
    </dsp:sp>
    <dsp:sp modelId="{97C97249-C95A-4517-BA69-C0A8974018AA}">
      <dsp:nvSpPr>
        <dsp:cNvPr id="0" name=""/>
        <dsp:cNvSpPr/>
      </dsp:nvSpPr>
      <dsp:spPr>
        <a:xfrm>
          <a:off x="0" y="2037473"/>
          <a:ext cx="469773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ISO-aligned results plus optional scarcity context using regional characterization factors.</a:t>
          </a:r>
        </a:p>
      </dsp:txBody>
      <dsp:txXfrm>
        <a:off x="69794" y="2107267"/>
        <a:ext cx="4558142" cy="1290152"/>
      </dsp:txXfrm>
    </dsp:sp>
    <dsp:sp modelId="{A7DEF45F-2F74-4358-862F-B4DE424F4B0B}">
      <dsp:nvSpPr>
        <dsp:cNvPr id="0" name=""/>
        <dsp:cNvSpPr/>
      </dsp:nvSpPr>
      <dsp:spPr>
        <a:xfrm>
          <a:off x="0" y="3542094"/>
          <a:ext cx="469773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Actionable insights and alternatives to guide everyday choices.</a:t>
          </a:r>
        </a:p>
      </dsp:txBody>
      <dsp:txXfrm>
        <a:off x="69794" y="3611888"/>
        <a:ext cx="4558142" cy="129015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1DC2A-BEA8-487E-81AD-368425BB2CAE}">
      <dsp:nvSpPr>
        <dsp:cNvPr id="0" name=""/>
        <dsp:cNvSpPr/>
      </dsp:nvSpPr>
      <dsp:spPr>
        <a:xfrm>
          <a:off x="0" y="464625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Hoekstra, A.Y., Mekonnen, M.M. (2012). </a:t>
          </a:r>
          <a:r>
            <a:rPr lang="en-US" sz="900" kern="1200"/>
            <a:t>The water footprint of humanity. PNAS.</a:t>
          </a:r>
        </a:p>
      </dsp:txBody>
      <dsp:txXfrm>
        <a:off x="17453" y="482078"/>
        <a:ext cx="3908444" cy="322620"/>
      </dsp:txXfrm>
    </dsp:sp>
    <dsp:sp modelId="{EFA04D72-A7D1-45A7-8C1D-2184A1191435}">
      <dsp:nvSpPr>
        <dsp:cNvPr id="0" name=""/>
        <dsp:cNvSpPr/>
      </dsp:nvSpPr>
      <dsp:spPr>
        <a:xfrm>
          <a:off x="0" y="848071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Mekonnen, M.M., Hoekstra, A.Y. (2011). Green, blue and grey water footprint of crops and derived crop products. Hydrology &amp; Earth System Sciences.</a:t>
          </a:r>
          <a:endParaRPr lang="en-US" sz="900" kern="1200"/>
        </a:p>
      </dsp:txBody>
      <dsp:txXfrm>
        <a:off x="17453" y="865524"/>
        <a:ext cx="3908444" cy="322620"/>
      </dsp:txXfrm>
    </dsp:sp>
    <dsp:sp modelId="{9E74F610-B93E-4A58-9FF4-57DBD120A16F}">
      <dsp:nvSpPr>
        <dsp:cNvPr id="0" name=""/>
        <dsp:cNvSpPr/>
      </dsp:nvSpPr>
      <dsp:spPr>
        <a:xfrm>
          <a:off x="0" y="1231518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ISO 14046 (2014). Environmental management — Water footprint — Principles, requirements and guidelines.</a:t>
          </a:r>
          <a:endParaRPr lang="en-US" sz="900" kern="1200"/>
        </a:p>
      </dsp:txBody>
      <dsp:txXfrm>
        <a:off x="17453" y="1248971"/>
        <a:ext cx="3908444" cy="322620"/>
      </dsp:txXfrm>
    </dsp:sp>
    <dsp:sp modelId="{4C1CDF3D-925F-4540-BD51-88398BBC5C23}">
      <dsp:nvSpPr>
        <dsp:cNvPr id="0" name=""/>
        <dsp:cNvSpPr/>
      </dsp:nvSpPr>
      <dsp:spPr>
        <a:xfrm>
          <a:off x="0" y="1614964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Ridoutt, B.G., Pfister, S. (2010). Revisiting water footprint to reflect water scarcity. Journal of Industrial Ecology.</a:t>
          </a:r>
          <a:endParaRPr lang="en-US" sz="900" kern="1200"/>
        </a:p>
      </dsp:txBody>
      <dsp:txXfrm>
        <a:off x="17453" y="1632417"/>
        <a:ext cx="3908444" cy="322620"/>
      </dsp:txXfrm>
    </dsp:sp>
    <dsp:sp modelId="{786BF65F-4705-44D8-908B-CB343E338DAF}">
      <dsp:nvSpPr>
        <dsp:cNvPr id="0" name=""/>
        <dsp:cNvSpPr/>
      </dsp:nvSpPr>
      <dsp:spPr>
        <a:xfrm>
          <a:off x="0" y="1998411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Pfister, S., et al. (2009). Assessing the environmental impacts of freshwater consumption in LCA. PNAS.</a:t>
          </a:r>
          <a:endParaRPr lang="en-US" sz="900" kern="1200"/>
        </a:p>
      </dsp:txBody>
      <dsp:txXfrm>
        <a:off x="17453" y="2015864"/>
        <a:ext cx="3908444" cy="322620"/>
      </dsp:txXfrm>
    </dsp:sp>
    <dsp:sp modelId="{DB3CF7E5-9F53-4970-A853-E6962EC732F0}">
      <dsp:nvSpPr>
        <dsp:cNvPr id="0" name=""/>
        <dsp:cNvSpPr/>
      </dsp:nvSpPr>
      <dsp:spPr>
        <a:xfrm>
          <a:off x="0" y="2381857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Boulay, A.-M., et al. (2018). The WULCA consensus characterization model for water scarcity footprints (AWARE). International Journal of Life Cycle Assessment.</a:t>
          </a:r>
          <a:endParaRPr lang="en-US" sz="900" kern="1200"/>
        </a:p>
      </dsp:txBody>
      <dsp:txXfrm>
        <a:off x="17453" y="2399310"/>
        <a:ext cx="3908444" cy="322620"/>
      </dsp:txXfrm>
    </dsp:sp>
    <dsp:sp modelId="{DF6076B3-91D2-4C5F-848A-6FEFF050FBCD}">
      <dsp:nvSpPr>
        <dsp:cNvPr id="0" name=""/>
        <dsp:cNvSpPr/>
      </dsp:nvSpPr>
      <dsp:spPr>
        <a:xfrm>
          <a:off x="0" y="2765303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Kounina, A., et al. (2013). Review of methods addressing freshwater use in LCA. International Journal of Life Cycle Assessment.</a:t>
          </a:r>
          <a:endParaRPr lang="en-US" sz="900" kern="1200"/>
        </a:p>
      </dsp:txBody>
      <dsp:txXfrm>
        <a:off x="17453" y="2782756"/>
        <a:ext cx="3908444" cy="322620"/>
      </dsp:txXfrm>
    </dsp:sp>
    <dsp:sp modelId="{E6C8B4A7-F9AB-469D-AD07-64104A8556AC}">
      <dsp:nvSpPr>
        <dsp:cNvPr id="0" name=""/>
        <dsp:cNvSpPr/>
      </dsp:nvSpPr>
      <dsp:spPr>
        <a:xfrm>
          <a:off x="0" y="3148750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Berger, M., et al. (2014). Water footprinting: progress, challenges, and prospects. International Journal of Life Cycle Assessment.</a:t>
          </a:r>
          <a:endParaRPr lang="en-US" sz="900" kern="1200"/>
        </a:p>
      </dsp:txBody>
      <dsp:txXfrm>
        <a:off x="17453" y="3166203"/>
        <a:ext cx="3908444" cy="322620"/>
      </dsp:txXfrm>
    </dsp:sp>
    <dsp:sp modelId="{F656E455-05D5-44EB-9502-EE2584BE3988}">
      <dsp:nvSpPr>
        <dsp:cNvPr id="0" name=""/>
        <dsp:cNvSpPr/>
      </dsp:nvSpPr>
      <dsp:spPr>
        <a:xfrm>
          <a:off x="0" y="3532196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Bayart, J.-B., et al. (2010). A framework for assessing off-stream freshwater use in LCA. International Journal of Life Cycle Assessment.</a:t>
          </a:r>
          <a:endParaRPr lang="en-US" sz="900" kern="1200"/>
        </a:p>
      </dsp:txBody>
      <dsp:txXfrm>
        <a:off x="17453" y="3549649"/>
        <a:ext cx="3908444" cy="322620"/>
      </dsp:txXfrm>
    </dsp:sp>
    <dsp:sp modelId="{B07EB116-C0B4-4ADE-B7D9-782D2ED8691D}">
      <dsp:nvSpPr>
        <dsp:cNvPr id="0" name=""/>
        <dsp:cNvSpPr/>
      </dsp:nvSpPr>
      <dsp:spPr>
        <a:xfrm>
          <a:off x="0" y="3915643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Boulay, A.-M., et al. (2015). Building consensus on the assessment of water use impacts within LCA. Environmental Science &amp; Technology.</a:t>
          </a:r>
          <a:endParaRPr lang="en-US" sz="900" kern="1200"/>
        </a:p>
      </dsp:txBody>
      <dsp:txXfrm>
        <a:off x="17453" y="3933096"/>
        <a:ext cx="3908444" cy="322620"/>
      </dsp:txXfrm>
    </dsp:sp>
    <dsp:sp modelId="{4C77668C-AE0F-4D2B-846F-B0E6EBAF9F47}">
      <dsp:nvSpPr>
        <dsp:cNvPr id="0" name=""/>
        <dsp:cNvSpPr/>
      </dsp:nvSpPr>
      <dsp:spPr>
        <a:xfrm>
          <a:off x="0" y="4299089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Ercin, A.E., Hoekstra, A.Y. (2012/2014). Corporate water footprint accounting and reduction strategies (assorted works).</a:t>
          </a:r>
          <a:endParaRPr lang="en-US" sz="900" kern="1200"/>
        </a:p>
      </dsp:txBody>
      <dsp:txXfrm>
        <a:off x="17453" y="4316542"/>
        <a:ext cx="3908444" cy="322620"/>
      </dsp:txXfrm>
    </dsp:sp>
    <dsp:sp modelId="{C986A67A-2901-44DC-A89F-0380816FF5A7}">
      <dsp:nvSpPr>
        <dsp:cNvPr id="0" name=""/>
        <dsp:cNvSpPr/>
      </dsp:nvSpPr>
      <dsp:spPr>
        <a:xfrm>
          <a:off x="0" y="4682536"/>
          <a:ext cx="3943350" cy="3575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/>
            <a:t>Hoekstra, A.Y. (2017). Water Footprint Assessment: Evolvement of a new research</a:t>
          </a:r>
          <a:r>
            <a:rPr lang="en-US" sz="900" kern="1200"/>
            <a:t> field.</a:t>
          </a:r>
        </a:p>
      </dsp:txBody>
      <dsp:txXfrm>
        <a:off x="17453" y="4699989"/>
        <a:ext cx="3908444" cy="322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Use of Digital Technology to calculate water footprint for different daily use items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Abstract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CFE82D-0520-97F7-09C6-6FEF78D06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96021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Literature Survey (1/2)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0370086-B202-262C-90BD-60529F909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184661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4040E-1270-3215-022C-15FFA228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EE29837-1427-82C2-3346-2A2C5D10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727AB-B3C0-CFBC-8C17-AFE4B34F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800" dirty="0"/>
              <a:t>Literature Survey (2/2)</a:t>
            </a:r>
            <a:endParaRPr lang="en-US" sz="4500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631D868-3934-961C-8603-0E6FB7DDE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65167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502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200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159BE-C20B-1BE7-8681-ED05666D5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915964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200"/>
              <a:t>Existing Methods – Drawbacks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048440-CF8F-917E-7B9B-6D8C12C9E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21449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Proposed Method — Concepts &amp; Formulae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E53272-206B-4E0A-F3E6-50A0128A0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23450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Proposed Method —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FC9241-64F2-7620-FBBC-7E8EA0B76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443213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89D3E0-BA02-41D3-B2AC-8FD6AA893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974847" cy="5571900"/>
          </a:xfrm>
        </p:spPr>
        <p:txBody>
          <a:bodyPr anchor="ctr">
            <a:normAutofit/>
          </a:bodyPr>
          <a:lstStyle/>
          <a:p>
            <a:pPr algn="l"/>
            <a:r>
              <a:rPr lang="en-US" sz="4200"/>
              <a:t>Architecture Diagram</a:t>
            </a:r>
          </a:p>
        </p:txBody>
      </p:sp>
      <p:pic>
        <p:nvPicPr>
          <p:cNvPr id="3" name="Picture 2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83" y="2058039"/>
            <a:ext cx="5125386" cy="2908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Modules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774EE-2AED-8B1B-7771-940A7490F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5409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3500"/>
              <a:t>Hardware &amp; Software Details — Technologies &amp;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8B0836-455E-7B91-8595-5B04510AC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347294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3100"/>
              <a:t>Hardware &amp; Software Details — Development PC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355AEC-089A-5B12-B337-6DB501C3D8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388864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89D3E0-BA02-41D3-B2AC-8FD6AA893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974847" cy="5571900"/>
          </a:xfrm>
        </p:spPr>
        <p:txBody>
          <a:bodyPr anchor="ctr">
            <a:normAutofit/>
          </a:bodyPr>
          <a:lstStyle/>
          <a:p>
            <a:pPr algn="l"/>
            <a:r>
              <a:rPr lang="en-US" sz="4500"/>
              <a:t>Time Line by Gantt Chart (12 Weeks)</a:t>
            </a:r>
          </a:p>
        </p:txBody>
      </p:sp>
      <p:pic>
        <p:nvPicPr>
          <p:cNvPr id="3" name="Picture 2" descr="water_footprint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83" y="2070852"/>
            <a:ext cx="5125386" cy="2883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t>Timeline — Milestones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C1E08B8-999C-8AFF-9539-2831B57A8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505416"/>
              </p:ext>
            </p:extLst>
          </p:nvPr>
        </p:nvGraphicFramePr>
        <p:xfrm>
          <a:off x="3889914" y="557189"/>
          <a:ext cx="4625434" cy="5571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t>Evaluation Metrics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0009347-9A42-50A1-E1EC-FDF873B78C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89914" y="557189"/>
          <a:ext cx="4625434" cy="5571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3800"/>
              <a:t>Risk Analysis &amp; Mitigations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50218C-6E3C-6658-2ED7-80BE9467E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76717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FBCBC1-568D-E2E4-7307-FD01ED5C5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08029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380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FB6834-C596-6E3A-38B3-3ED23767A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20143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>
            <a:normAutofit/>
          </a:bodyPr>
          <a:lstStyle/>
          <a:p>
            <a:r>
              <a:rPr lang="en-US" sz="4500"/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C739A3-5104-FC1A-7352-59B8ECBF1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624468"/>
              </p:ext>
            </p:extLst>
          </p:nvPr>
        </p:nvGraphicFramePr>
        <p:xfrm>
          <a:off x="4574286" y="621792"/>
          <a:ext cx="394335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1679</Words>
  <Application>Microsoft Office PowerPoint</Application>
  <PresentationFormat>On-screen Show (4:3)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Use of Digital Technology to calculate water footprint for different daily use items</vt:lpstr>
      <vt:lpstr>Abstract</vt:lpstr>
      <vt:lpstr>Literature Survey (1/2)</vt:lpstr>
      <vt:lpstr>Literature Survey (2/2)</vt:lpstr>
      <vt:lpstr>Objectives</vt:lpstr>
      <vt:lpstr>Existing Methods – Drawbacks</vt:lpstr>
      <vt:lpstr>Proposed Method — Concepts &amp; Formulae</vt:lpstr>
      <vt:lpstr>Proposed Method — Workflow</vt:lpstr>
      <vt:lpstr>Architecture Diagram</vt:lpstr>
      <vt:lpstr>Modules</vt:lpstr>
      <vt:lpstr>Hardware &amp; Software Details — Technologies &amp; Tools</vt:lpstr>
      <vt:lpstr>Hardware &amp; Software Details — Development PC</vt:lpstr>
      <vt:lpstr>Time Line by Gantt Chart (12 Weeks)</vt:lpstr>
      <vt:lpstr>Timeline — Milestones</vt:lpstr>
      <vt:lpstr>Evaluation Metrics</vt:lpstr>
      <vt:lpstr>Risk Analysis &amp; Mitigations</vt:lpstr>
      <vt:lpstr>Future Scope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Kumar, Dasari</cp:lastModifiedBy>
  <cp:revision>2</cp:revision>
  <dcterms:created xsi:type="dcterms:W3CDTF">2013-01-27T09:14:16Z</dcterms:created>
  <dcterms:modified xsi:type="dcterms:W3CDTF">2025-08-21T03:16:48Z</dcterms:modified>
  <cp:category/>
</cp:coreProperties>
</file>